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8" r:id="rId5"/>
    <p:sldMasterId id="2147483699" r:id="rId6"/>
  </p:sldMasterIdLst>
  <p:notesMasterIdLst>
    <p:notesMasterId r:id="rId7"/>
  </p:notesMasterIdLst>
  <p:sldIdLst>
    <p:sldId id="256" r:id="rId8"/>
    <p:sldId id="257" r:id="rId9"/>
    <p:sldId id="258" r:id="rId10"/>
    <p:sldId id="259" r:id="rId11"/>
    <p:sldId id="260" r:id="rId12"/>
    <p:sldId id="261" r:id="rId13"/>
    <p:sldId id="262" r:id="rId14"/>
    <p:sldId id="263" r:id="rId15"/>
  </p:sldIdLst>
  <p:sldSz cy="5143500" cx="9144000"/>
  <p:notesSz cx="6858000" cy="9144000"/>
  <p:embeddedFontLst>
    <p:embeddedFont>
      <p:font typeface="Lexend SemiBold"/>
      <p:regular r:id="rId16"/>
      <p:bold r:id="rId17"/>
    </p:embeddedFont>
    <p:embeddedFont>
      <p:font typeface="Lexend"/>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A23844D-3751-4380-A2C5-D4AB27F217D7}">
  <a:tblStyle styleId="{CA23844D-3751-4380-A2C5-D4AB27F217D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font" Target="fonts/LexendSemiBold-bold.fntdata"/><Relationship Id="rId16" Type="http://schemas.openxmlformats.org/officeDocument/2006/relationships/font" Target="fonts/LexendSemiBold-regular.fntdata"/><Relationship Id="rId19" Type="http://schemas.openxmlformats.org/officeDocument/2006/relationships/font" Target="fonts/Lexend-bold.fntdata"/><Relationship Id="rId18" Type="http://schemas.openxmlformats.org/officeDocument/2006/relationships/font" Target="fonts/Lexen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dc0a49301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dc0a4930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dc0a493016_0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dc0a493016_0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Passive investing is a strategy that attempts to maximize returns by minimizing trading costs. Passive investors typically buy an investment vehicle like an ETF, which will match a market rather than beating that market. This strategy diversifies the investor’s portfolio over a long period of time, making it ideal for long term investment needs like retirement. The main question that we researched regarding </a:t>
            </a:r>
            <a:r>
              <a:rPr lang="en"/>
              <a:t>this strategy is: what are the implications of the shift to passive investing on the market and price discovery?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dc0a493016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dc0a493016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Many investors have recently been shifting towards passive vehicles, such as ETFs and Mutual funds. This is in part because passive investing provides consistently better returns than active trading (in the long run). This concentration of investors into passive vehicles has slightly lowered market liquidity according to the fed, so it clearly does have an effect on the market overall. Passive investing is primarily based on the concepts of diversification and Eugene Fama’s efficient market hypothesis. This theory states that markets are overall efficient, and that it is nearly impossible to outperform them on a long-term basis.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dc0a493016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dc0a493016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500"/>
              </a:spcBef>
              <a:spcAft>
                <a:spcPts val="0"/>
              </a:spcAft>
              <a:buClr>
                <a:schemeClr val="dk1"/>
              </a:buClr>
              <a:buSzPts val="1100"/>
              <a:buFont typeface="Arial"/>
              <a:buNone/>
            </a:pPr>
            <a:r>
              <a:rPr lang="en">
                <a:latin typeface="Lexend"/>
                <a:ea typeface="Lexend"/>
                <a:cs typeface="Lexend"/>
                <a:sym typeface="Lexend"/>
              </a:rPr>
              <a:t>This research was found through the Federal Reserve Board and BIS data, it reveals a total reversal of US equity fund market shares. Over the last 20 years, we’ve seen a total flip in how the market operates: passive investing has grown from a small 15% share to a 53% majority. While this is a win for individual investors because it lowers fees and boosts personal returns, it means that for the first time ever, more than half of the money in the market is being invested automatically. This shift from "active picking" to "automated tracking" marks a massive structural change in the American financial landscape.</a:t>
            </a:r>
            <a:endParaRPr>
              <a:latin typeface="Lexend"/>
              <a:ea typeface="Lexend"/>
              <a:cs typeface="Lexend"/>
              <a:sym typeface="Lexend"/>
            </a:endParaRPr>
          </a:p>
          <a:p>
            <a:pPr indent="0" lvl="0" marL="0" rtl="0" algn="l">
              <a:lnSpc>
                <a:spcPct val="115000"/>
              </a:lnSpc>
              <a:spcBef>
                <a:spcPts val="19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dc0a493016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dc0a493016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Lexend"/>
                <a:ea typeface="Lexend"/>
                <a:cs typeface="Lexend"/>
                <a:sym typeface="Lexend"/>
              </a:rPr>
              <a:t>The shift toward passive investing creates a trade-off: while individuals enjoy lower costs, the financial system becomes more fragile. By buying stocks indiscriminately based on indices rather than performance, passive funds weaken price discovery and undermine the Efficient Market Hypothesis. This trend leads to stocks moving in lockstep, driven by flows rather than fundamentals. Furthermore, research suggests that sudden ETF redemptions during economic shocks could trigger systemic volatility. Ultimately, we are trading individual savings for increased liquidity risks and a dangerous concentration of corporate voting power.</a:t>
            </a:r>
            <a:endParaRPr>
              <a:latin typeface="Lexend"/>
              <a:ea typeface="Lexend"/>
              <a:cs typeface="Lexend"/>
              <a:sym typeface="Lexend"/>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dc0a493016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dc0a493016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move toward passive management is a double edged sword for the financial industry. While the shift works in favor of the individual investor who stands to benefit from the reduction in fees and enhanced performance, there are also systematically risky elements introduced by the change. </a:t>
            </a:r>
            <a:r>
              <a:rPr lang="en"/>
              <a:t>The</a:t>
            </a:r>
            <a:r>
              <a:rPr lang="en"/>
              <a:t> decline in active management means that the market’s price </a:t>
            </a:r>
            <a:r>
              <a:rPr lang="en"/>
              <a:t>discovery function, which involves integrating information into the value of securities, is becoming weaker. In addition, the sheer size of the ETFs today poses liquidity risks that may lead to volatility in the market during downturns. Lastly, the consolidation of voting rights in corporations under the hands of just three industry giants introduces new governance issues. In which the regulators need to adopt a new strategy and turn their efforts towards mitigating, rather than combating the risks posed by passive investment.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dc0a493016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dc0a493016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dc0a493016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dc0a493016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3">
    <p:spTree>
      <p:nvGrpSpPr>
        <p:cNvPr id="54" name="Shape 54"/>
        <p:cNvGrpSpPr/>
        <p:nvPr/>
      </p:nvGrpSpPr>
      <p:grpSpPr>
        <a:xfrm>
          <a:off x="0" y="0"/>
          <a:ext cx="0" cy="0"/>
          <a:chOff x="0" y="0"/>
          <a:chExt cx="0" cy="0"/>
        </a:xfrm>
      </p:grpSpPr>
      <p:sp>
        <p:nvSpPr>
          <p:cNvPr id="55" name="Google Shape;55;p14"/>
          <p:cNvSpPr/>
          <p:nvPr/>
        </p:nvSpPr>
        <p:spPr>
          <a:xfrm>
            <a:off x="643200" y="659425"/>
            <a:ext cx="3146400" cy="1091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6" name="Google Shape;56;p14"/>
          <p:cNvSpPr txBox="1"/>
          <p:nvPr>
            <p:ph type="title"/>
          </p:nvPr>
        </p:nvSpPr>
        <p:spPr>
          <a:xfrm>
            <a:off x="671825" y="727744"/>
            <a:ext cx="3117600" cy="12018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7" name="Google Shape;57;p14"/>
          <p:cNvSpPr/>
          <p:nvPr/>
        </p:nvSpPr>
        <p:spPr>
          <a:xfrm>
            <a:off x="2216400" y="1750725"/>
            <a:ext cx="4711200" cy="21879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8" name="Google Shape;58;p14"/>
          <p:cNvSpPr/>
          <p:nvPr/>
        </p:nvSpPr>
        <p:spPr>
          <a:xfrm>
            <a:off x="1686400" y="1750825"/>
            <a:ext cx="528900" cy="5289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9" name="Google Shape;59;p14"/>
          <p:cNvSpPr/>
          <p:nvPr/>
        </p:nvSpPr>
        <p:spPr>
          <a:xfrm>
            <a:off x="6927600" y="2843900"/>
            <a:ext cx="528900" cy="10914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60" name="Google Shape;60;p14"/>
          <p:cNvSpPr txBox="1"/>
          <p:nvPr>
            <p:ph idx="2" type="title"/>
          </p:nvPr>
        </p:nvSpPr>
        <p:spPr>
          <a:xfrm>
            <a:off x="2258050" y="1800075"/>
            <a:ext cx="4623900" cy="2219700"/>
          </a:xfrm>
          <a:prstGeom prst="rect">
            <a:avLst/>
          </a:prstGeom>
        </p:spPr>
        <p:txBody>
          <a:bodyPr anchorCtr="0" anchor="t" bIns="91425" lIns="91425" spcFirstLastPara="1" rIns="91425" wrap="square" tIns="91425">
            <a:normAutofit/>
          </a:bodyPr>
          <a:lstStyle>
            <a:lvl1pPr lvl="0">
              <a:spcBef>
                <a:spcPts val="0"/>
              </a:spcBef>
              <a:spcAft>
                <a:spcPts val="0"/>
              </a:spcAft>
              <a:buSzPts val="5400"/>
              <a:buNone/>
              <a:defRPr sz="5400"/>
            </a:lvl1pPr>
            <a:lvl2pPr lvl="1">
              <a:spcBef>
                <a:spcPts val="0"/>
              </a:spcBef>
              <a:spcAft>
                <a:spcPts val="0"/>
              </a:spcAft>
              <a:buSzPts val="5400"/>
              <a:buNone/>
              <a:defRPr sz="5400"/>
            </a:lvl2pPr>
            <a:lvl3pPr lvl="2">
              <a:spcBef>
                <a:spcPts val="0"/>
              </a:spcBef>
              <a:spcAft>
                <a:spcPts val="0"/>
              </a:spcAft>
              <a:buSzPts val="5400"/>
              <a:buNone/>
              <a:defRPr sz="5400"/>
            </a:lvl3pPr>
            <a:lvl4pPr lvl="3">
              <a:spcBef>
                <a:spcPts val="0"/>
              </a:spcBef>
              <a:spcAft>
                <a:spcPts val="0"/>
              </a:spcAft>
              <a:buSzPts val="5400"/>
              <a:buNone/>
              <a:defRPr sz="5400"/>
            </a:lvl4pPr>
            <a:lvl5pPr lvl="4">
              <a:spcBef>
                <a:spcPts val="0"/>
              </a:spcBef>
              <a:spcAft>
                <a:spcPts val="0"/>
              </a:spcAft>
              <a:buSzPts val="5400"/>
              <a:buNone/>
              <a:defRPr sz="5400"/>
            </a:lvl5pPr>
            <a:lvl6pPr lvl="5">
              <a:spcBef>
                <a:spcPts val="0"/>
              </a:spcBef>
              <a:spcAft>
                <a:spcPts val="0"/>
              </a:spcAft>
              <a:buSzPts val="5400"/>
              <a:buNone/>
              <a:defRPr sz="5400"/>
            </a:lvl6pPr>
            <a:lvl7pPr lvl="6">
              <a:spcBef>
                <a:spcPts val="0"/>
              </a:spcBef>
              <a:spcAft>
                <a:spcPts val="0"/>
              </a:spcAft>
              <a:buSzPts val="5400"/>
              <a:buNone/>
              <a:defRPr sz="5400"/>
            </a:lvl7pPr>
            <a:lvl8pPr lvl="7">
              <a:spcBef>
                <a:spcPts val="0"/>
              </a:spcBef>
              <a:spcAft>
                <a:spcPts val="0"/>
              </a:spcAft>
              <a:buSzPts val="5400"/>
              <a:buNone/>
              <a:defRPr sz="5400"/>
            </a:lvl8pPr>
            <a:lvl9pPr lvl="8">
              <a:spcBef>
                <a:spcPts val="0"/>
              </a:spcBef>
              <a:spcAft>
                <a:spcPts val="0"/>
              </a:spcAft>
              <a:buSzPts val="5400"/>
              <a:buNone/>
              <a:defRPr sz="5400"/>
            </a:lvl9pPr>
          </a:lstStyle>
          <a:p/>
        </p:txBody>
      </p:sp>
      <p:sp>
        <p:nvSpPr>
          <p:cNvPr id="61" name="Google Shape;61;p14"/>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62" name="Google Shape;62;p14"/>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ITLE_3_1">
    <p:spTree>
      <p:nvGrpSpPr>
        <p:cNvPr id="63" name="Shape 63"/>
        <p:cNvGrpSpPr/>
        <p:nvPr/>
      </p:nvGrpSpPr>
      <p:grpSpPr>
        <a:xfrm>
          <a:off x="0" y="0"/>
          <a:ext cx="0" cy="0"/>
          <a:chOff x="0" y="0"/>
          <a:chExt cx="0" cy="0"/>
        </a:xfrm>
      </p:grpSpPr>
      <p:sp>
        <p:nvSpPr>
          <p:cNvPr id="64" name="Google Shape;64;p15"/>
          <p:cNvSpPr/>
          <p:nvPr/>
        </p:nvSpPr>
        <p:spPr>
          <a:xfrm>
            <a:off x="304800" y="3161075"/>
            <a:ext cx="2851500" cy="16791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65" name="Google Shape;65;p15"/>
          <p:cNvSpPr/>
          <p:nvPr/>
        </p:nvSpPr>
        <p:spPr>
          <a:xfrm>
            <a:off x="5999150" y="3161050"/>
            <a:ext cx="2840100" cy="16791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66" name="Google Shape;66;p15"/>
          <p:cNvSpPr/>
          <p:nvPr/>
        </p:nvSpPr>
        <p:spPr>
          <a:xfrm>
            <a:off x="3156175" y="3161150"/>
            <a:ext cx="2851500" cy="16791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67" name="Google Shape;67;p15"/>
          <p:cNvSpPr txBox="1"/>
          <p:nvPr>
            <p:ph idx="1" type="subTitle"/>
          </p:nvPr>
        </p:nvSpPr>
        <p:spPr>
          <a:xfrm>
            <a:off x="314208" y="3134376"/>
            <a:ext cx="2816100" cy="543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5"/>
          <p:cNvSpPr/>
          <p:nvPr>
            <p:ph idx="2" type="pic"/>
          </p:nvPr>
        </p:nvSpPr>
        <p:spPr>
          <a:xfrm>
            <a:off x="307625" y="1316450"/>
            <a:ext cx="2851500" cy="1844700"/>
          </a:xfrm>
          <a:prstGeom prst="rect">
            <a:avLst/>
          </a:prstGeom>
          <a:noFill/>
          <a:ln cap="flat" cmpd="sng" w="19050">
            <a:solidFill>
              <a:schemeClr val="dk1"/>
            </a:solidFill>
            <a:prstDash val="solid"/>
            <a:round/>
            <a:headEnd len="sm" w="sm" type="none"/>
            <a:tailEnd len="sm" w="sm" type="none"/>
          </a:ln>
        </p:spPr>
      </p:sp>
      <p:sp>
        <p:nvSpPr>
          <p:cNvPr id="69" name="Google Shape;69;p15"/>
          <p:cNvSpPr txBox="1"/>
          <p:nvPr>
            <p:ph idx="3" type="body"/>
          </p:nvPr>
        </p:nvSpPr>
        <p:spPr>
          <a:xfrm>
            <a:off x="316485" y="3761317"/>
            <a:ext cx="2688600" cy="109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0" name="Google Shape;70;p15"/>
          <p:cNvSpPr/>
          <p:nvPr>
            <p:ph idx="4" type="pic"/>
          </p:nvPr>
        </p:nvSpPr>
        <p:spPr>
          <a:xfrm>
            <a:off x="3159125" y="1316450"/>
            <a:ext cx="2851500" cy="1844700"/>
          </a:xfrm>
          <a:prstGeom prst="rect">
            <a:avLst/>
          </a:prstGeom>
          <a:noFill/>
          <a:ln cap="flat" cmpd="sng" w="19050">
            <a:solidFill>
              <a:schemeClr val="dk1"/>
            </a:solidFill>
            <a:prstDash val="solid"/>
            <a:round/>
            <a:headEnd len="sm" w="sm" type="none"/>
            <a:tailEnd len="sm" w="sm" type="none"/>
          </a:ln>
        </p:spPr>
      </p:sp>
      <p:sp>
        <p:nvSpPr>
          <p:cNvPr id="71" name="Google Shape;71;p15"/>
          <p:cNvSpPr/>
          <p:nvPr>
            <p:ph idx="5" type="pic"/>
          </p:nvPr>
        </p:nvSpPr>
        <p:spPr>
          <a:xfrm>
            <a:off x="6010625" y="1316450"/>
            <a:ext cx="2828700" cy="1844700"/>
          </a:xfrm>
          <a:prstGeom prst="rect">
            <a:avLst/>
          </a:prstGeom>
          <a:noFill/>
          <a:ln cap="flat" cmpd="sng" w="19050">
            <a:solidFill>
              <a:schemeClr val="dk1"/>
            </a:solidFill>
            <a:prstDash val="solid"/>
            <a:round/>
            <a:headEnd len="sm" w="sm" type="none"/>
            <a:tailEnd len="sm" w="sm" type="none"/>
          </a:ln>
        </p:spPr>
      </p:sp>
      <p:sp>
        <p:nvSpPr>
          <p:cNvPr id="72" name="Google Shape;72;p15"/>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3" name="Google Shape;73;p15"/>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74" name="Google Shape;74;p15"/>
          <p:cNvSpPr/>
          <p:nvPr/>
        </p:nvSpPr>
        <p:spPr>
          <a:xfrm>
            <a:off x="304800" y="305325"/>
            <a:ext cx="2851500" cy="10092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5" name="Google Shape;75;p15"/>
          <p:cNvSpPr/>
          <p:nvPr/>
        </p:nvSpPr>
        <p:spPr>
          <a:xfrm>
            <a:off x="3159125" y="811350"/>
            <a:ext cx="1159500" cy="5025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6" name="Google Shape;76;p15"/>
          <p:cNvSpPr txBox="1"/>
          <p:nvPr>
            <p:ph type="title"/>
          </p:nvPr>
        </p:nvSpPr>
        <p:spPr>
          <a:xfrm>
            <a:off x="328518" y="361238"/>
            <a:ext cx="2720700" cy="1131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7" name="Google Shape;77;p15"/>
          <p:cNvSpPr txBox="1"/>
          <p:nvPr>
            <p:ph idx="6" type="subTitle"/>
          </p:nvPr>
        </p:nvSpPr>
        <p:spPr>
          <a:xfrm>
            <a:off x="3156683" y="3134376"/>
            <a:ext cx="2816100" cy="543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5"/>
          <p:cNvSpPr txBox="1"/>
          <p:nvPr>
            <p:ph idx="7" type="body"/>
          </p:nvPr>
        </p:nvSpPr>
        <p:spPr>
          <a:xfrm>
            <a:off x="3158960" y="3761317"/>
            <a:ext cx="2688600" cy="109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9" name="Google Shape;79;p15"/>
          <p:cNvSpPr txBox="1"/>
          <p:nvPr>
            <p:ph idx="8" type="subTitle"/>
          </p:nvPr>
        </p:nvSpPr>
        <p:spPr>
          <a:xfrm>
            <a:off x="6007809" y="3134376"/>
            <a:ext cx="2816100" cy="543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5"/>
          <p:cNvSpPr txBox="1"/>
          <p:nvPr>
            <p:ph idx="9" type="body"/>
          </p:nvPr>
        </p:nvSpPr>
        <p:spPr>
          <a:xfrm>
            <a:off x="6010085" y="3761317"/>
            <a:ext cx="2688600" cy="109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tions 1 Overview">
  <p:cSld name="TITLE_3_1_1">
    <p:spTree>
      <p:nvGrpSpPr>
        <p:cNvPr id="81" name="Shape 81"/>
        <p:cNvGrpSpPr/>
        <p:nvPr/>
      </p:nvGrpSpPr>
      <p:grpSpPr>
        <a:xfrm>
          <a:off x="0" y="0"/>
          <a:ext cx="0" cy="0"/>
          <a:chOff x="0" y="0"/>
          <a:chExt cx="0" cy="0"/>
        </a:xfrm>
      </p:grpSpPr>
      <p:sp>
        <p:nvSpPr>
          <p:cNvPr id="82" name="Google Shape;82;p16"/>
          <p:cNvSpPr/>
          <p:nvPr/>
        </p:nvSpPr>
        <p:spPr>
          <a:xfrm>
            <a:off x="1172300" y="660200"/>
            <a:ext cx="4711200" cy="16398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 name="Google Shape;83;p16"/>
          <p:cNvSpPr/>
          <p:nvPr/>
        </p:nvSpPr>
        <p:spPr>
          <a:xfrm>
            <a:off x="5883500" y="1756696"/>
            <a:ext cx="12249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 name="Google Shape;84;p16"/>
          <p:cNvSpPr txBox="1"/>
          <p:nvPr>
            <p:ph type="title"/>
          </p:nvPr>
        </p:nvSpPr>
        <p:spPr>
          <a:xfrm>
            <a:off x="1195425" y="734045"/>
            <a:ext cx="4648800" cy="17337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5" name="Google Shape;85;p16"/>
          <p:cNvSpPr/>
          <p:nvPr>
            <p:ph idx="2" type="pic"/>
          </p:nvPr>
        </p:nvSpPr>
        <p:spPr>
          <a:xfrm>
            <a:off x="3260500" y="2309850"/>
            <a:ext cx="1569000" cy="1625400"/>
          </a:xfrm>
          <a:prstGeom prst="rect">
            <a:avLst/>
          </a:prstGeom>
          <a:noFill/>
          <a:ln cap="flat" cmpd="sng" w="19050">
            <a:solidFill>
              <a:schemeClr val="dk1"/>
            </a:solidFill>
            <a:prstDash val="solid"/>
            <a:round/>
            <a:headEnd len="sm" w="sm" type="none"/>
            <a:tailEnd len="sm" w="sm" type="none"/>
          </a:ln>
        </p:spPr>
      </p:sp>
      <p:sp>
        <p:nvSpPr>
          <p:cNvPr id="86" name="Google Shape;86;p16"/>
          <p:cNvSpPr/>
          <p:nvPr>
            <p:ph idx="3" type="pic"/>
          </p:nvPr>
        </p:nvSpPr>
        <p:spPr>
          <a:xfrm>
            <a:off x="4849525" y="2309850"/>
            <a:ext cx="3128100" cy="2174100"/>
          </a:xfrm>
          <a:prstGeom prst="rect">
            <a:avLst/>
          </a:prstGeom>
          <a:noFill/>
          <a:ln cap="flat" cmpd="sng" w="19050">
            <a:solidFill>
              <a:schemeClr val="dk1"/>
            </a:solidFill>
            <a:prstDash val="solid"/>
            <a:round/>
            <a:headEnd len="sm" w="sm" type="none"/>
            <a:tailEnd len="sm" w="sm" type="none"/>
          </a:ln>
        </p:spPr>
      </p:sp>
      <p:sp>
        <p:nvSpPr>
          <p:cNvPr id="87" name="Google Shape;87;p16"/>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 name="Google Shape;88;p16"/>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
    <p:spTree>
      <p:nvGrpSpPr>
        <p:cNvPr id="89" name="Shape 89"/>
        <p:cNvGrpSpPr/>
        <p:nvPr/>
      </p:nvGrpSpPr>
      <p:grpSpPr>
        <a:xfrm>
          <a:off x="0" y="0"/>
          <a:ext cx="0" cy="0"/>
          <a:chOff x="0" y="0"/>
          <a:chExt cx="0" cy="0"/>
        </a:xfrm>
      </p:grpSpPr>
      <p:sp>
        <p:nvSpPr>
          <p:cNvPr id="90" name="Google Shape;90;p17"/>
          <p:cNvSpPr/>
          <p:nvPr/>
        </p:nvSpPr>
        <p:spPr>
          <a:xfrm>
            <a:off x="3523325" y="2195625"/>
            <a:ext cx="4990200" cy="2385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 name="Google Shape;91;p17"/>
          <p:cNvSpPr/>
          <p:nvPr/>
        </p:nvSpPr>
        <p:spPr>
          <a:xfrm>
            <a:off x="1420210" y="2202200"/>
            <a:ext cx="2101800" cy="5433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 name="Google Shape;92;p17"/>
          <p:cNvSpPr/>
          <p:nvPr/>
        </p:nvSpPr>
        <p:spPr>
          <a:xfrm>
            <a:off x="378750" y="562250"/>
            <a:ext cx="3146100" cy="16398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 name="Google Shape;93;p17"/>
          <p:cNvSpPr txBox="1"/>
          <p:nvPr>
            <p:ph type="title"/>
          </p:nvPr>
        </p:nvSpPr>
        <p:spPr>
          <a:xfrm>
            <a:off x="378750" y="562250"/>
            <a:ext cx="3146100" cy="1639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7200"/>
              <a:buNone/>
              <a:defRPr sz="72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94" name="Google Shape;94;p17"/>
          <p:cNvSpPr/>
          <p:nvPr/>
        </p:nvSpPr>
        <p:spPr>
          <a:xfrm>
            <a:off x="3523323" y="1654202"/>
            <a:ext cx="5289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 name="Google Shape;95;p17"/>
          <p:cNvSpPr txBox="1"/>
          <p:nvPr>
            <p:ph idx="1" type="body"/>
          </p:nvPr>
        </p:nvSpPr>
        <p:spPr>
          <a:xfrm>
            <a:off x="3623075" y="2300000"/>
            <a:ext cx="4790700" cy="2184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6" name="Google Shape;96;p17"/>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 name="Google Shape;97;p17"/>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tions 2 Overview">
  <p:cSld name="TITLE_3_1_1_1">
    <p:spTree>
      <p:nvGrpSpPr>
        <p:cNvPr id="98" name="Shape 98"/>
        <p:cNvGrpSpPr/>
        <p:nvPr/>
      </p:nvGrpSpPr>
      <p:grpSpPr>
        <a:xfrm>
          <a:off x="0" y="0"/>
          <a:ext cx="0" cy="0"/>
          <a:chOff x="0" y="0"/>
          <a:chExt cx="0" cy="0"/>
        </a:xfrm>
      </p:grpSpPr>
      <p:sp>
        <p:nvSpPr>
          <p:cNvPr id="99" name="Google Shape;99;p18"/>
          <p:cNvSpPr/>
          <p:nvPr>
            <p:ph idx="2" type="pic"/>
          </p:nvPr>
        </p:nvSpPr>
        <p:spPr>
          <a:xfrm>
            <a:off x="3793600" y="2297107"/>
            <a:ext cx="1569000" cy="1625400"/>
          </a:xfrm>
          <a:prstGeom prst="rect">
            <a:avLst/>
          </a:prstGeom>
          <a:noFill/>
          <a:ln cap="flat" cmpd="sng" w="19050">
            <a:solidFill>
              <a:schemeClr val="dk1"/>
            </a:solidFill>
            <a:prstDash val="solid"/>
            <a:round/>
            <a:headEnd len="sm" w="sm" type="none"/>
            <a:tailEnd len="sm" w="sm" type="none"/>
          </a:ln>
        </p:spPr>
      </p:sp>
      <p:sp>
        <p:nvSpPr>
          <p:cNvPr id="100" name="Google Shape;100;p18"/>
          <p:cNvSpPr/>
          <p:nvPr>
            <p:ph idx="3" type="pic"/>
          </p:nvPr>
        </p:nvSpPr>
        <p:spPr>
          <a:xfrm>
            <a:off x="663400" y="2297107"/>
            <a:ext cx="3128100" cy="2174100"/>
          </a:xfrm>
          <a:prstGeom prst="rect">
            <a:avLst/>
          </a:prstGeom>
          <a:noFill/>
          <a:ln cap="flat" cmpd="sng" w="19050">
            <a:solidFill>
              <a:schemeClr val="dk1"/>
            </a:solidFill>
            <a:prstDash val="solid"/>
            <a:round/>
            <a:headEnd len="sm" w="sm" type="none"/>
            <a:tailEnd len="sm" w="sm" type="none"/>
          </a:ln>
        </p:spPr>
      </p:sp>
      <p:sp>
        <p:nvSpPr>
          <p:cNvPr id="101" name="Google Shape;101;p18"/>
          <p:cNvSpPr/>
          <p:nvPr/>
        </p:nvSpPr>
        <p:spPr>
          <a:xfrm>
            <a:off x="1689800" y="660200"/>
            <a:ext cx="4711200" cy="16398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2" name="Google Shape;102;p18"/>
          <p:cNvSpPr/>
          <p:nvPr/>
        </p:nvSpPr>
        <p:spPr>
          <a:xfrm>
            <a:off x="1160900" y="1757477"/>
            <a:ext cx="5289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 name="Google Shape;103;p18"/>
          <p:cNvSpPr txBox="1"/>
          <p:nvPr>
            <p:ph type="title"/>
          </p:nvPr>
        </p:nvSpPr>
        <p:spPr>
          <a:xfrm>
            <a:off x="1721834" y="727054"/>
            <a:ext cx="4648800" cy="17337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18"/>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 name="Google Shape;105;p18"/>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tions Overview (5)">
  <p:cSld name="TITLE_3_1_1_1_1">
    <p:spTree>
      <p:nvGrpSpPr>
        <p:cNvPr id="106" name="Shape 106"/>
        <p:cNvGrpSpPr/>
        <p:nvPr/>
      </p:nvGrpSpPr>
      <p:grpSpPr>
        <a:xfrm>
          <a:off x="0" y="0"/>
          <a:ext cx="0" cy="0"/>
          <a:chOff x="0" y="0"/>
          <a:chExt cx="0" cy="0"/>
        </a:xfrm>
      </p:grpSpPr>
      <p:sp>
        <p:nvSpPr>
          <p:cNvPr id="107" name="Google Shape;107;p19"/>
          <p:cNvSpPr/>
          <p:nvPr/>
        </p:nvSpPr>
        <p:spPr>
          <a:xfrm>
            <a:off x="298300" y="1431975"/>
            <a:ext cx="1713600" cy="1890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 name="Google Shape;108;p19"/>
          <p:cNvSpPr/>
          <p:nvPr/>
        </p:nvSpPr>
        <p:spPr>
          <a:xfrm>
            <a:off x="5431665" y="1431975"/>
            <a:ext cx="1713600" cy="18903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 name="Google Shape;109;p19"/>
          <p:cNvSpPr/>
          <p:nvPr/>
        </p:nvSpPr>
        <p:spPr>
          <a:xfrm>
            <a:off x="7137667" y="1431975"/>
            <a:ext cx="1713600" cy="18903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 name="Google Shape;110;p19"/>
          <p:cNvSpPr/>
          <p:nvPr/>
        </p:nvSpPr>
        <p:spPr>
          <a:xfrm>
            <a:off x="2011981" y="1431975"/>
            <a:ext cx="1713600" cy="1890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 name="Google Shape;111;p19"/>
          <p:cNvSpPr/>
          <p:nvPr/>
        </p:nvSpPr>
        <p:spPr>
          <a:xfrm>
            <a:off x="3717983" y="1431975"/>
            <a:ext cx="1713600" cy="18903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 name="Google Shape;112;p19"/>
          <p:cNvSpPr txBox="1"/>
          <p:nvPr>
            <p:ph idx="1" type="body"/>
          </p:nvPr>
        </p:nvSpPr>
        <p:spPr>
          <a:xfrm>
            <a:off x="310891" y="1431975"/>
            <a:ext cx="1688400" cy="189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3" name="Google Shape;113;p19"/>
          <p:cNvSpPr txBox="1"/>
          <p:nvPr>
            <p:ph idx="2" type="body"/>
          </p:nvPr>
        </p:nvSpPr>
        <p:spPr>
          <a:xfrm>
            <a:off x="5444268" y="1431975"/>
            <a:ext cx="1688400" cy="189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4" name="Google Shape;114;p19"/>
          <p:cNvSpPr txBox="1"/>
          <p:nvPr>
            <p:ph idx="3" type="body"/>
          </p:nvPr>
        </p:nvSpPr>
        <p:spPr>
          <a:xfrm>
            <a:off x="7105524" y="1431975"/>
            <a:ext cx="1688400" cy="189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5" name="Google Shape;115;p19"/>
          <p:cNvSpPr txBox="1"/>
          <p:nvPr>
            <p:ph idx="4" type="body"/>
          </p:nvPr>
        </p:nvSpPr>
        <p:spPr>
          <a:xfrm>
            <a:off x="2037027" y="1431975"/>
            <a:ext cx="1688400" cy="189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6" name="Google Shape;116;p19"/>
          <p:cNvSpPr txBox="1"/>
          <p:nvPr>
            <p:ph idx="5" type="body"/>
          </p:nvPr>
        </p:nvSpPr>
        <p:spPr>
          <a:xfrm>
            <a:off x="3727958" y="1431975"/>
            <a:ext cx="1688400" cy="189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7" name="Google Shape;117;p19"/>
          <p:cNvSpPr/>
          <p:nvPr>
            <p:ph idx="6" type="pic"/>
          </p:nvPr>
        </p:nvSpPr>
        <p:spPr>
          <a:xfrm>
            <a:off x="7137800" y="3322275"/>
            <a:ext cx="1713600" cy="1510200"/>
          </a:xfrm>
          <a:prstGeom prst="rect">
            <a:avLst/>
          </a:prstGeom>
          <a:noFill/>
          <a:ln cap="flat" cmpd="sng" w="19050">
            <a:solidFill>
              <a:schemeClr val="dk1"/>
            </a:solidFill>
            <a:prstDash val="solid"/>
            <a:round/>
            <a:headEnd len="sm" w="sm" type="none"/>
            <a:tailEnd len="sm" w="sm" type="none"/>
          </a:ln>
        </p:spPr>
      </p:sp>
      <p:sp>
        <p:nvSpPr>
          <p:cNvPr id="118" name="Google Shape;118;p19"/>
          <p:cNvSpPr/>
          <p:nvPr>
            <p:ph idx="7" type="pic"/>
          </p:nvPr>
        </p:nvSpPr>
        <p:spPr>
          <a:xfrm>
            <a:off x="5427747" y="3322276"/>
            <a:ext cx="1708200" cy="1510200"/>
          </a:xfrm>
          <a:prstGeom prst="rect">
            <a:avLst/>
          </a:prstGeom>
          <a:noFill/>
          <a:ln cap="flat" cmpd="sng" w="19050">
            <a:solidFill>
              <a:schemeClr val="dk1"/>
            </a:solidFill>
            <a:prstDash val="solid"/>
            <a:round/>
            <a:headEnd len="sm" w="sm" type="none"/>
            <a:tailEnd len="sm" w="sm" type="none"/>
          </a:ln>
        </p:spPr>
      </p:sp>
      <p:sp>
        <p:nvSpPr>
          <p:cNvPr id="119" name="Google Shape;119;p19"/>
          <p:cNvSpPr/>
          <p:nvPr>
            <p:ph idx="8" type="pic"/>
          </p:nvPr>
        </p:nvSpPr>
        <p:spPr>
          <a:xfrm>
            <a:off x="3723042" y="3322276"/>
            <a:ext cx="1708200" cy="1510200"/>
          </a:xfrm>
          <a:prstGeom prst="rect">
            <a:avLst/>
          </a:prstGeom>
          <a:noFill/>
          <a:ln cap="flat" cmpd="sng" w="19050">
            <a:solidFill>
              <a:schemeClr val="dk1"/>
            </a:solidFill>
            <a:prstDash val="solid"/>
            <a:round/>
            <a:headEnd len="sm" w="sm" type="none"/>
            <a:tailEnd len="sm" w="sm" type="none"/>
          </a:ln>
        </p:spPr>
      </p:sp>
      <p:sp>
        <p:nvSpPr>
          <p:cNvPr id="120" name="Google Shape;120;p19"/>
          <p:cNvSpPr/>
          <p:nvPr>
            <p:ph idx="9" type="pic"/>
          </p:nvPr>
        </p:nvSpPr>
        <p:spPr>
          <a:xfrm>
            <a:off x="2011891" y="3322275"/>
            <a:ext cx="1728000" cy="1510200"/>
          </a:xfrm>
          <a:prstGeom prst="rect">
            <a:avLst/>
          </a:prstGeom>
          <a:noFill/>
          <a:ln cap="flat" cmpd="sng" w="19050">
            <a:solidFill>
              <a:schemeClr val="dk1"/>
            </a:solidFill>
            <a:prstDash val="solid"/>
            <a:round/>
            <a:headEnd len="sm" w="sm" type="none"/>
            <a:tailEnd len="sm" w="sm" type="none"/>
          </a:ln>
        </p:spPr>
      </p:sp>
      <p:sp>
        <p:nvSpPr>
          <p:cNvPr id="121" name="Google Shape;121;p19"/>
          <p:cNvSpPr/>
          <p:nvPr>
            <p:ph idx="13" type="pic"/>
          </p:nvPr>
        </p:nvSpPr>
        <p:spPr>
          <a:xfrm>
            <a:off x="298300" y="3322275"/>
            <a:ext cx="1716000" cy="1510200"/>
          </a:xfrm>
          <a:prstGeom prst="rect">
            <a:avLst/>
          </a:prstGeom>
          <a:noFill/>
          <a:ln cap="flat" cmpd="sng" w="19050">
            <a:solidFill>
              <a:schemeClr val="dk1"/>
            </a:solidFill>
            <a:prstDash val="solid"/>
            <a:round/>
            <a:headEnd len="sm" w="sm" type="none"/>
            <a:tailEnd len="sm" w="sm" type="none"/>
          </a:ln>
        </p:spPr>
      </p:sp>
      <p:sp>
        <p:nvSpPr>
          <p:cNvPr id="122" name="Google Shape;122;p19"/>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 name="Google Shape;123;p19"/>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124" name="Google Shape;124;p19"/>
          <p:cNvSpPr/>
          <p:nvPr/>
        </p:nvSpPr>
        <p:spPr>
          <a:xfrm>
            <a:off x="298300" y="301050"/>
            <a:ext cx="4020300" cy="606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 name="Google Shape;125;p19"/>
          <p:cNvSpPr txBox="1"/>
          <p:nvPr>
            <p:ph type="title"/>
          </p:nvPr>
        </p:nvSpPr>
        <p:spPr>
          <a:xfrm>
            <a:off x="279178" y="338025"/>
            <a:ext cx="40395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Goal">
  <p:cSld name="TITLE_3_1_1_1_1_1">
    <p:spTree>
      <p:nvGrpSpPr>
        <p:cNvPr id="126" name="Shape 126"/>
        <p:cNvGrpSpPr/>
        <p:nvPr/>
      </p:nvGrpSpPr>
      <p:grpSpPr>
        <a:xfrm>
          <a:off x="0" y="0"/>
          <a:ext cx="0" cy="0"/>
          <a:chOff x="0" y="0"/>
          <a:chExt cx="0" cy="0"/>
        </a:xfrm>
      </p:grpSpPr>
      <p:sp>
        <p:nvSpPr>
          <p:cNvPr id="127" name="Google Shape;127;p20"/>
          <p:cNvSpPr/>
          <p:nvPr/>
        </p:nvSpPr>
        <p:spPr>
          <a:xfrm>
            <a:off x="298312" y="301050"/>
            <a:ext cx="5646900" cy="5310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 name="Google Shape;128;p20"/>
          <p:cNvSpPr txBox="1"/>
          <p:nvPr>
            <p:ph type="title"/>
          </p:nvPr>
        </p:nvSpPr>
        <p:spPr>
          <a:xfrm>
            <a:off x="279185" y="31227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9" name="Google Shape;129;p20"/>
          <p:cNvSpPr/>
          <p:nvPr/>
        </p:nvSpPr>
        <p:spPr>
          <a:xfrm>
            <a:off x="4463246" y="3362570"/>
            <a:ext cx="1190400" cy="9768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 name="Google Shape;130;p20"/>
          <p:cNvSpPr/>
          <p:nvPr/>
        </p:nvSpPr>
        <p:spPr>
          <a:xfrm>
            <a:off x="5653655" y="3362561"/>
            <a:ext cx="487500" cy="4785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 name="Google Shape;131;p20"/>
          <p:cNvSpPr/>
          <p:nvPr/>
        </p:nvSpPr>
        <p:spPr>
          <a:xfrm>
            <a:off x="4463250" y="1056975"/>
            <a:ext cx="4371300" cy="23055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 name="Google Shape;132;p20"/>
          <p:cNvSpPr txBox="1"/>
          <p:nvPr>
            <p:ph idx="1" type="subTitle"/>
          </p:nvPr>
        </p:nvSpPr>
        <p:spPr>
          <a:xfrm>
            <a:off x="4481951" y="1068225"/>
            <a:ext cx="4338600" cy="54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20"/>
          <p:cNvSpPr/>
          <p:nvPr>
            <p:ph idx="2" type="pic"/>
          </p:nvPr>
        </p:nvSpPr>
        <p:spPr>
          <a:xfrm>
            <a:off x="298300" y="1055350"/>
            <a:ext cx="4165800" cy="3783300"/>
          </a:xfrm>
          <a:prstGeom prst="rect">
            <a:avLst/>
          </a:prstGeom>
          <a:noFill/>
          <a:ln cap="flat" cmpd="sng" w="19050">
            <a:solidFill>
              <a:schemeClr val="dk1"/>
            </a:solidFill>
            <a:prstDash val="solid"/>
            <a:round/>
            <a:headEnd len="sm" w="sm" type="none"/>
            <a:tailEnd len="sm" w="sm" type="none"/>
          </a:ln>
        </p:spPr>
      </p:sp>
      <p:sp>
        <p:nvSpPr>
          <p:cNvPr id="134" name="Google Shape;134;p20"/>
          <p:cNvSpPr txBox="1"/>
          <p:nvPr>
            <p:ph idx="3" type="body"/>
          </p:nvPr>
        </p:nvSpPr>
        <p:spPr>
          <a:xfrm>
            <a:off x="4484120" y="1667497"/>
            <a:ext cx="4338600" cy="166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35" name="Google Shape;135;p20"/>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 name="Google Shape;136;p20"/>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137" name="Google Shape;137;p20"/>
          <p:cNvSpPr/>
          <p:nvPr/>
        </p:nvSpPr>
        <p:spPr>
          <a:xfrm>
            <a:off x="298300" y="301050"/>
            <a:ext cx="5670900" cy="606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 name="Google Shape;138;p20"/>
          <p:cNvSpPr txBox="1"/>
          <p:nvPr>
            <p:ph idx="4"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tion Detailed Outline + Key Features">
  <p:cSld name="TITLE_3_1_1_1_1_1_1">
    <p:spTree>
      <p:nvGrpSpPr>
        <p:cNvPr id="139" name="Shape 139"/>
        <p:cNvGrpSpPr/>
        <p:nvPr/>
      </p:nvGrpSpPr>
      <p:grpSpPr>
        <a:xfrm>
          <a:off x="0" y="0"/>
          <a:ext cx="0" cy="0"/>
          <a:chOff x="0" y="0"/>
          <a:chExt cx="0" cy="0"/>
        </a:xfrm>
      </p:grpSpPr>
      <p:sp>
        <p:nvSpPr>
          <p:cNvPr id="140" name="Google Shape;140;p21"/>
          <p:cNvSpPr txBox="1"/>
          <p:nvPr>
            <p:ph idx="1" type="subTitle"/>
          </p:nvPr>
        </p:nvSpPr>
        <p:spPr>
          <a:xfrm>
            <a:off x="6076827" y="986538"/>
            <a:ext cx="25152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p21"/>
          <p:cNvSpPr txBox="1"/>
          <p:nvPr>
            <p:ph idx="2" type="subTitle"/>
          </p:nvPr>
        </p:nvSpPr>
        <p:spPr>
          <a:xfrm>
            <a:off x="194675"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p21"/>
          <p:cNvSpPr txBox="1"/>
          <p:nvPr>
            <p:ph idx="3" type="subTitle"/>
          </p:nvPr>
        </p:nvSpPr>
        <p:spPr>
          <a:xfrm>
            <a:off x="1178298"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21"/>
          <p:cNvSpPr txBox="1"/>
          <p:nvPr>
            <p:ph idx="4" type="subTitle"/>
          </p:nvPr>
        </p:nvSpPr>
        <p:spPr>
          <a:xfrm>
            <a:off x="2161921"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21"/>
          <p:cNvSpPr txBox="1"/>
          <p:nvPr>
            <p:ph idx="5" type="subTitle"/>
          </p:nvPr>
        </p:nvSpPr>
        <p:spPr>
          <a:xfrm>
            <a:off x="3139107"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21"/>
          <p:cNvSpPr txBox="1"/>
          <p:nvPr>
            <p:ph idx="6" type="subTitle"/>
          </p:nvPr>
        </p:nvSpPr>
        <p:spPr>
          <a:xfrm>
            <a:off x="4108806"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 name="Google Shape;146;p21"/>
          <p:cNvSpPr txBox="1"/>
          <p:nvPr>
            <p:ph idx="7" type="subTitle"/>
          </p:nvPr>
        </p:nvSpPr>
        <p:spPr>
          <a:xfrm>
            <a:off x="5092429"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21"/>
          <p:cNvSpPr/>
          <p:nvPr/>
        </p:nvSpPr>
        <p:spPr>
          <a:xfrm>
            <a:off x="298300" y="1301925"/>
            <a:ext cx="982800" cy="3530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8" name="Google Shape;148;p21"/>
          <p:cNvSpPr/>
          <p:nvPr/>
        </p:nvSpPr>
        <p:spPr>
          <a:xfrm>
            <a:off x="5197656" y="1301925"/>
            <a:ext cx="982800" cy="3530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 name="Google Shape;149;p21"/>
          <p:cNvSpPr txBox="1"/>
          <p:nvPr>
            <p:ph idx="8" type="body"/>
          </p:nvPr>
        </p:nvSpPr>
        <p:spPr>
          <a:xfrm>
            <a:off x="302687"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0" name="Google Shape;150;p21"/>
          <p:cNvSpPr txBox="1"/>
          <p:nvPr>
            <p:ph idx="9" type="body"/>
          </p:nvPr>
        </p:nvSpPr>
        <p:spPr>
          <a:xfrm>
            <a:off x="5210863"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1" name="Google Shape;151;p21"/>
          <p:cNvSpPr/>
          <p:nvPr/>
        </p:nvSpPr>
        <p:spPr>
          <a:xfrm>
            <a:off x="3239217" y="1301925"/>
            <a:ext cx="982800" cy="3530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 name="Google Shape;152;p21"/>
          <p:cNvSpPr txBox="1"/>
          <p:nvPr>
            <p:ph idx="13" type="body"/>
          </p:nvPr>
        </p:nvSpPr>
        <p:spPr>
          <a:xfrm>
            <a:off x="3251210"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3" name="Google Shape;153;p21"/>
          <p:cNvSpPr/>
          <p:nvPr/>
        </p:nvSpPr>
        <p:spPr>
          <a:xfrm>
            <a:off x="4215083" y="1301925"/>
            <a:ext cx="982800" cy="35304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4" name="Google Shape;154;p21"/>
          <p:cNvSpPr txBox="1"/>
          <p:nvPr>
            <p:ph idx="14" type="body"/>
          </p:nvPr>
        </p:nvSpPr>
        <p:spPr>
          <a:xfrm>
            <a:off x="4233736"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5" name="Google Shape;155;p21"/>
          <p:cNvSpPr/>
          <p:nvPr/>
        </p:nvSpPr>
        <p:spPr>
          <a:xfrm>
            <a:off x="1280779" y="1301925"/>
            <a:ext cx="982800" cy="3530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 name="Google Shape;156;p21"/>
          <p:cNvSpPr txBox="1"/>
          <p:nvPr>
            <p:ph idx="15" type="body"/>
          </p:nvPr>
        </p:nvSpPr>
        <p:spPr>
          <a:xfrm>
            <a:off x="1286147"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7" name="Google Shape;157;p21"/>
          <p:cNvSpPr/>
          <p:nvPr/>
        </p:nvSpPr>
        <p:spPr>
          <a:xfrm>
            <a:off x="2256692" y="1301925"/>
            <a:ext cx="982800" cy="353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8" name="Google Shape;158;p21"/>
          <p:cNvSpPr txBox="1"/>
          <p:nvPr>
            <p:ph idx="16" type="body"/>
          </p:nvPr>
        </p:nvSpPr>
        <p:spPr>
          <a:xfrm>
            <a:off x="2268684"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9" name="Google Shape;159;p21"/>
          <p:cNvSpPr/>
          <p:nvPr/>
        </p:nvSpPr>
        <p:spPr>
          <a:xfrm>
            <a:off x="6182130" y="1301927"/>
            <a:ext cx="2656500" cy="13767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0" name="Google Shape;160;p21"/>
          <p:cNvSpPr/>
          <p:nvPr/>
        </p:nvSpPr>
        <p:spPr>
          <a:xfrm>
            <a:off x="6182130" y="2680069"/>
            <a:ext cx="2656500" cy="13767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 name="Google Shape;161;p21"/>
          <p:cNvSpPr txBox="1"/>
          <p:nvPr>
            <p:ph idx="17" type="subTitle"/>
          </p:nvPr>
        </p:nvSpPr>
        <p:spPr>
          <a:xfrm>
            <a:off x="6164355" y="1264050"/>
            <a:ext cx="2472600" cy="543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 name="Google Shape;162;p21"/>
          <p:cNvSpPr txBox="1"/>
          <p:nvPr>
            <p:ph idx="18" type="body"/>
          </p:nvPr>
        </p:nvSpPr>
        <p:spPr>
          <a:xfrm>
            <a:off x="6160825" y="1743763"/>
            <a:ext cx="2686800" cy="1128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63" name="Google Shape;163;p21"/>
          <p:cNvSpPr txBox="1"/>
          <p:nvPr>
            <p:ph idx="19" type="subTitle"/>
          </p:nvPr>
        </p:nvSpPr>
        <p:spPr>
          <a:xfrm>
            <a:off x="6164657" y="2640406"/>
            <a:ext cx="2686800" cy="543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 name="Google Shape;164;p21"/>
          <p:cNvSpPr txBox="1"/>
          <p:nvPr>
            <p:ph idx="20" type="body"/>
          </p:nvPr>
        </p:nvSpPr>
        <p:spPr>
          <a:xfrm>
            <a:off x="6160825" y="2978547"/>
            <a:ext cx="2686800" cy="1128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65" name="Google Shape;165;p21"/>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6" name="Google Shape;166;p21"/>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167" name="Google Shape;167;p21"/>
          <p:cNvSpPr/>
          <p:nvPr/>
        </p:nvSpPr>
        <p:spPr>
          <a:xfrm>
            <a:off x="298300" y="301050"/>
            <a:ext cx="56709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8" name="Google Shape;168;p21"/>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vel Details">
  <p:cSld name="TITLE_3_1_1_1_1_1_1_1">
    <p:spTree>
      <p:nvGrpSpPr>
        <p:cNvPr id="169" name="Shape 169"/>
        <p:cNvGrpSpPr/>
        <p:nvPr/>
      </p:nvGrpSpPr>
      <p:grpSpPr>
        <a:xfrm>
          <a:off x="0" y="0"/>
          <a:ext cx="0" cy="0"/>
          <a:chOff x="0" y="0"/>
          <a:chExt cx="0" cy="0"/>
        </a:xfrm>
      </p:grpSpPr>
      <p:sp>
        <p:nvSpPr>
          <p:cNvPr id="170" name="Google Shape;170;p22"/>
          <p:cNvSpPr/>
          <p:nvPr/>
        </p:nvSpPr>
        <p:spPr>
          <a:xfrm>
            <a:off x="298300" y="301050"/>
            <a:ext cx="35340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1" name="Google Shape;171;p22"/>
          <p:cNvSpPr txBox="1"/>
          <p:nvPr>
            <p:ph type="title"/>
          </p:nvPr>
        </p:nvSpPr>
        <p:spPr>
          <a:xfrm>
            <a:off x="279178" y="338025"/>
            <a:ext cx="35379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2" name="Google Shape;172;p22"/>
          <p:cNvSpPr/>
          <p:nvPr>
            <p:ph idx="2" type="pic"/>
          </p:nvPr>
        </p:nvSpPr>
        <p:spPr>
          <a:xfrm>
            <a:off x="3836145" y="1334531"/>
            <a:ext cx="1488300" cy="1557900"/>
          </a:xfrm>
          <a:prstGeom prst="rect">
            <a:avLst/>
          </a:prstGeom>
          <a:noFill/>
          <a:ln cap="flat" cmpd="sng" w="19050">
            <a:solidFill>
              <a:schemeClr val="dk1"/>
            </a:solidFill>
            <a:prstDash val="solid"/>
            <a:round/>
            <a:headEnd len="sm" w="sm" type="none"/>
            <a:tailEnd len="sm" w="sm" type="none"/>
          </a:ln>
        </p:spPr>
      </p:sp>
      <p:sp>
        <p:nvSpPr>
          <p:cNvPr id="173" name="Google Shape;173;p22"/>
          <p:cNvSpPr/>
          <p:nvPr>
            <p:ph idx="3" type="pic"/>
          </p:nvPr>
        </p:nvSpPr>
        <p:spPr>
          <a:xfrm>
            <a:off x="3836145" y="2892484"/>
            <a:ext cx="1488300" cy="1557900"/>
          </a:xfrm>
          <a:prstGeom prst="rect">
            <a:avLst/>
          </a:prstGeom>
          <a:noFill/>
          <a:ln cap="flat" cmpd="sng" w="19050">
            <a:solidFill>
              <a:schemeClr val="dk1"/>
            </a:solidFill>
            <a:prstDash val="solid"/>
            <a:round/>
            <a:headEnd len="sm" w="sm" type="none"/>
            <a:tailEnd len="sm" w="sm" type="none"/>
          </a:ln>
        </p:spPr>
      </p:sp>
      <p:sp>
        <p:nvSpPr>
          <p:cNvPr id="174" name="Google Shape;174;p22"/>
          <p:cNvSpPr/>
          <p:nvPr/>
        </p:nvSpPr>
        <p:spPr>
          <a:xfrm>
            <a:off x="5324404" y="2374069"/>
            <a:ext cx="2480100" cy="20862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 name="Google Shape;175;p22"/>
          <p:cNvSpPr txBox="1"/>
          <p:nvPr>
            <p:ph idx="1" type="body"/>
          </p:nvPr>
        </p:nvSpPr>
        <p:spPr>
          <a:xfrm>
            <a:off x="5321031" y="2388890"/>
            <a:ext cx="2480100" cy="2061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76" name="Google Shape;176;p22"/>
          <p:cNvSpPr/>
          <p:nvPr/>
        </p:nvSpPr>
        <p:spPr>
          <a:xfrm>
            <a:off x="5324434" y="790425"/>
            <a:ext cx="3021000" cy="15846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7" name="Google Shape;177;p22"/>
          <p:cNvSpPr/>
          <p:nvPr/>
        </p:nvSpPr>
        <p:spPr>
          <a:xfrm>
            <a:off x="842990" y="908254"/>
            <a:ext cx="2989200" cy="2589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8" name="Google Shape;178;p22"/>
          <p:cNvSpPr txBox="1"/>
          <p:nvPr>
            <p:ph idx="4" type="body"/>
          </p:nvPr>
        </p:nvSpPr>
        <p:spPr>
          <a:xfrm>
            <a:off x="866096" y="1255168"/>
            <a:ext cx="2951100" cy="2226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79" name="Google Shape;179;p22"/>
          <p:cNvSpPr txBox="1"/>
          <p:nvPr>
            <p:ph idx="5" type="body"/>
          </p:nvPr>
        </p:nvSpPr>
        <p:spPr>
          <a:xfrm>
            <a:off x="5321025" y="801853"/>
            <a:ext cx="3016500" cy="1584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80" name="Google Shape;180;p22"/>
          <p:cNvSpPr txBox="1"/>
          <p:nvPr>
            <p:ph idx="6" type="subTitle"/>
          </p:nvPr>
        </p:nvSpPr>
        <p:spPr>
          <a:xfrm>
            <a:off x="854800" y="922100"/>
            <a:ext cx="2951100" cy="557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22"/>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2" name="Google Shape;182;p22"/>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ITLE_3_1_1_1_1_1_1_1_1">
    <p:spTree>
      <p:nvGrpSpPr>
        <p:cNvPr id="183" name="Shape 183"/>
        <p:cNvGrpSpPr/>
        <p:nvPr/>
      </p:nvGrpSpPr>
      <p:grpSpPr>
        <a:xfrm>
          <a:off x="0" y="0"/>
          <a:ext cx="0" cy="0"/>
          <a:chOff x="0" y="0"/>
          <a:chExt cx="0" cy="0"/>
        </a:xfrm>
      </p:grpSpPr>
      <p:sp>
        <p:nvSpPr>
          <p:cNvPr id="184" name="Google Shape;184;p23"/>
          <p:cNvSpPr/>
          <p:nvPr/>
        </p:nvSpPr>
        <p:spPr>
          <a:xfrm>
            <a:off x="3263350" y="1223800"/>
            <a:ext cx="2617200" cy="27255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5" name="Google Shape;185;p23"/>
          <p:cNvSpPr txBox="1"/>
          <p:nvPr>
            <p:ph idx="1" type="subTitle"/>
          </p:nvPr>
        </p:nvSpPr>
        <p:spPr>
          <a:xfrm>
            <a:off x="3263400" y="1216529"/>
            <a:ext cx="2617200" cy="468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6" name="Google Shape;186;p23"/>
          <p:cNvSpPr/>
          <p:nvPr/>
        </p:nvSpPr>
        <p:spPr>
          <a:xfrm>
            <a:off x="643300" y="1223800"/>
            <a:ext cx="2617200" cy="27255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7" name="Google Shape;187;p23"/>
          <p:cNvSpPr txBox="1"/>
          <p:nvPr>
            <p:ph idx="2" type="body"/>
          </p:nvPr>
        </p:nvSpPr>
        <p:spPr>
          <a:xfrm>
            <a:off x="650150" y="1553646"/>
            <a:ext cx="2617200" cy="468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88" name="Google Shape;188;p23"/>
          <p:cNvSpPr/>
          <p:nvPr/>
        </p:nvSpPr>
        <p:spPr>
          <a:xfrm>
            <a:off x="5883400" y="1223800"/>
            <a:ext cx="2617200" cy="2725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9" name="Google Shape;189;p23"/>
          <p:cNvSpPr txBox="1"/>
          <p:nvPr>
            <p:ph idx="3" type="subTitle"/>
          </p:nvPr>
        </p:nvSpPr>
        <p:spPr>
          <a:xfrm>
            <a:off x="5883500" y="1216529"/>
            <a:ext cx="2617200" cy="468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0" name="Google Shape;190;p23"/>
          <p:cNvSpPr txBox="1"/>
          <p:nvPr>
            <p:ph idx="4" type="body"/>
          </p:nvPr>
        </p:nvSpPr>
        <p:spPr>
          <a:xfrm>
            <a:off x="546686" y="3949300"/>
            <a:ext cx="2404800" cy="3990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1" name="Google Shape;191;p23"/>
          <p:cNvSpPr txBox="1"/>
          <p:nvPr>
            <p:ph idx="5" type="subTitle"/>
          </p:nvPr>
        </p:nvSpPr>
        <p:spPr>
          <a:xfrm>
            <a:off x="646300" y="1216529"/>
            <a:ext cx="2617200" cy="468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23"/>
          <p:cNvSpPr txBox="1"/>
          <p:nvPr>
            <p:ph idx="6" type="body"/>
          </p:nvPr>
        </p:nvSpPr>
        <p:spPr>
          <a:xfrm>
            <a:off x="3264850" y="1553646"/>
            <a:ext cx="2617200" cy="468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93" name="Google Shape;193;p23"/>
          <p:cNvSpPr txBox="1"/>
          <p:nvPr>
            <p:ph idx="7" type="body"/>
          </p:nvPr>
        </p:nvSpPr>
        <p:spPr>
          <a:xfrm>
            <a:off x="5883400" y="1553646"/>
            <a:ext cx="2617200" cy="468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94" name="Google Shape;194;p23"/>
          <p:cNvSpPr txBox="1"/>
          <p:nvPr>
            <p:ph idx="8" type="body"/>
          </p:nvPr>
        </p:nvSpPr>
        <p:spPr>
          <a:xfrm>
            <a:off x="650150"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5" name="Google Shape;195;p23"/>
          <p:cNvSpPr txBox="1"/>
          <p:nvPr>
            <p:ph idx="9" type="body"/>
          </p:nvPr>
        </p:nvSpPr>
        <p:spPr>
          <a:xfrm>
            <a:off x="1880475"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6" name="Google Shape;196;p23"/>
          <p:cNvSpPr txBox="1"/>
          <p:nvPr>
            <p:ph idx="13" type="body"/>
          </p:nvPr>
        </p:nvSpPr>
        <p:spPr>
          <a:xfrm>
            <a:off x="3266775"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7" name="Google Shape;197;p23"/>
          <p:cNvSpPr txBox="1"/>
          <p:nvPr>
            <p:ph idx="14" type="body"/>
          </p:nvPr>
        </p:nvSpPr>
        <p:spPr>
          <a:xfrm>
            <a:off x="4497100"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8" name="Google Shape;198;p23"/>
          <p:cNvSpPr txBox="1"/>
          <p:nvPr>
            <p:ph idx="15" type="body"/>
          </p:nvPr>
        </p:nvSpPr>
        <p:spPr>
          <a:xfrm>
            <a:off x="5883400"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9" name="Google Shape;199;p23"/>
          <p:cNvSpPr txBox="1"/>
          <p:nvPr>
            <p:ph idx="16" type="body"/>
          </p:nvPr>
        </p:nvSpPr>
        <p:spPr>
          <a:xfrm>
            <a:off x="7113725"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00" name="Google Shape;200;p23"/>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1" name="Google Shape;201;p23"/>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02" name="Google Shape;202;p23"/>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3" name="Google Shape;203;p23"/>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tions Pros and Cons">
  <p:cSld name="TITLE_3_1_1_1_1_1_1_1_1_1">
    <p:spTree>
      <p:nvGrpSpPr>
        <p:cNvPr id="204" name="Shape 204"/>
        <p:cNvGrpSpPr/>
        <p:nvPr/>
      </p:nvGrpSpPr>
      <p:grpSpPr>
        <a:xfrm>
          <a:off x="0" y="0"/>
          <a:ext cx="0" cy="0"/>
          <a:chOff x="0" y="0"/>
          <a:chExt cx="0" cy="0"/>
        </a:xfrm>
      </p:grpSpPr>
      <p:sp>
        <p:nvSpPr>
          <p:cNvPr id="205" name="Google Shape;205;p24"/>
          <p:cNvSpPr/>
          <p:nvPr/>
        </p:nvSpPr>
        <p:spPr>
          <a:xfrm>
            <a:off x="298286" y="2469752"/>
            <a:ext cx="2849400" cy="2367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6" name="Google Shape;206;p24"/>
          <p:cNvSpPr/>
          <p:nvPr/>
        </p:nvSpPr>
        <p:spPr>
          <a:xfrm>
            <a:off x="3148000" y="2469752"/>
            <a:ext cx="2849400" cy="2367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7" name="Google Shape;207;p24"/>
          <p:cNvSpPr/>
          <p:nvPr/>
        </p:nvSpPr>
        <p:spPr>
          <a:xfrm>
            <a:off x="5984943" y="2469752"/>
            <a:ext cx="2849400" cy="23673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8" name="Google Shape;208;p24"/>
          <p:cNvSpPr/>
          <p:nvPr>
            <p:ph idx="2" type="pic"/>
          </p:nvPr>
        </p:nvSpPr>
        <p:spPr>
          <a:xfrm>
            <a:off x="299192" y="1071125"/>
            <a:ext cx="2861400" cy="1401600"/>
          </a:xfrm>
          <a:prstGeom prst="rect">
            <a:avLst/>
          </a:prstGeom>
          <a:noFill/>
          <a:ln cap="flat" cmpd="sng" w="19050">
            <a:solidFill>
              <a:schemeClr val="dk1"/>
            </a:solidFill>
            <a:prstDash val="solid"/>
            <a:round/>
            <a:headEnd len="sm" w="sm" type="none"/>
            <a:tailEnd len="sm" w="sm" type="none"/>
          </a:ln>
        </p:spPr>
      </p:sp>
      <p:sp>
        <p:nvSpPr>
          <p:cNvPr id="209" name="Google Shape;209;p24"/>
          <p:cNvSpPr/>
          <p:nvPr>
            <p:ph idx="3" type="pic"/>
          </p:nvPr>
        </p:nvSpPr>
        <p:spPr>
          <a:xfrm>
            <a:off x="3147675" y="1071125"/>
            <a:ext cx="2837100" cy="1401600"/>
          </a:xfrm>
          <a:prstGeom prst="rect">
            <a:avLst/>
          </a:prstGeom>
          <a:noFill/>
          <a:ln cap="flat" cmpd="sng" w="19050">
            <a:solidFill>
              <a:schemeClr val="dk1"/>
            </a:solidFill>
            <a:prstDash val="solid"/>
            <a:round/>
            <a:headEnd len="sm" w="sm" type="none"/>
            <a:tailEnd len="sm" w="sm" type="none"/>
          </a:ln>
        </p:spPr>
      </p:sp>
      <p:sp>
        <p:nvSpPr>
          <p:cNvPr id="210" name="Google Shape;210;p24"/>
          <p:cNvSpPr/>
          <p:nvPr>
            <p:ph idx="4" type="pic"/>
          </p:nvPr>
        </p:nvSpPr>
        <p:spPr>
          <a:xfrm>
            <a:off x="5984750" y="1071125"/>
            <a:ext cx="2849400" cy="1401600"/>
          </a:xfrm>
          <a:prstGeom prst="rect">
            <a:avLst/>
          </a:prstGeom>
          <a:noFill/>
          <a:ln cap="flat" cmpd="sng" w="19050">
            <a:solidFill>
              <a:schemeClr val="dk1"/>
            </a:solidFill>
            <a:prstDash val="solid"/>
            <a:round/>
            <a:headEnd len="sm" w="sm" type="none"/>
            <a:tailEnd len="sm" w="sm" type="none"/>
          </a:ln>
        </p:spPr>
      </p:sp>
      <p:sp>
        <p:nvSpPr>
          <p:cNvPr id="211" name="Google Shape;211;p24"/>
          <p:cNvSpPr txBox="1"/>
          <p:nvPr>
            <p:ph idx="1" type="subTitle"/>
          </p:nvPr>
        </p:nvSpPr>
        <p:spPr>
          <a:xfrm>
            <a:off x="313140" y="2454080"/>
            <a:ext cx="2815500" cy="42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 name="Google Shape;212;p24"/>
          <p:cNvSpPr txBox="1"/>
          <p:nvPr>
            <p:ph idx="5" type="body"/>
          </p:nvPr>
        </p:nvSpPr>
        <p:spPr>
          <a:xfrm>
            <a:off x="3157834" y="2811042"/>
            <a:ext cx="2815500" cy="424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3" name="Google Shape;213;p24"/>
          <p:cNvSpPr txBox="1"/>
          <p:nvPr>
            <p:ph idx="6" type="body"/>
          </p:nvPr>
        </p:nvSpPr>
        <p:spPr>
          <a:xfrm>
            <a:off x="6001839" y="2811042"/>
            <a:ext cx="2815500" cy="424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4" name="Google Shape;214;p24"/>
          <p:cNvSpPr txBox="1"/>
          <p:nvPr>
            <p:ph idx="7" type="body"/>
          </p:nvPr>
        </p:nvSpPr>
        <p:spPr>
          <a:xfrm>
            <a:off x="317282" y="2811042"/>
            <a:ext cx="2815500" cy="424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5" name="Google Shape;215;p24"/>
          <p:cNvSpPr txBox="1"/>
          <p:nvPr>
            <p:ph idx="8" type="subTitle"/>
          </p:nvPr>
        </p:nvSpPr>
        <p:spPr>
          <a:xfrm>
            <a:off x="3153692" y="2454080"/>
            <a:ext cx="2815500" cy="42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6" name="Google Shape;216;p24"/>
          <p:cNvSpPr txBox="1"/>
          <p:nvPr>
            <p:ph idx="9" type="subTitle"/>
          </p:nvPr>
        </p:nvSpPr>
        <p:spPr>
          <a:xfrm>
            <a:off x="5997697" y="2454080"/>
            <a:ext cx="2815500" cy="42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24"/>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8" name="Google Shape;218;p24"/>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19" name="Google Shape;219;p24"/>
          <p:cNvSpPr/>
          <p:nvPr/>
        </p:nvSpPr>
        <p:spPr>
          <a:xfrm>
            <a:off x="298300" y="301050"/>
            <a:ext cx="5585100" cy="606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0" name="Google Shape;220;p24"/>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dditional Points">
  <p:cSld name="TITLE_3_1_1_1_1_1_1_1_1_1_1">
    <p:spTree>
      <p:nvGrpSpPr>
        <p:cNvPr id="221" name="Shape 221"/>
        <p:cNvGrpSpPr/>
        <p:nvPr/>
      </p:nvGrpSpPr>
      <p:grpSpPr>
        <a:xfrm>
          <a:off x="0" y="0"/>
          <a:ext cx="0" cy="0"/>
          <a:chOff x="0" y="0"/>
          <a:chExt cx="0" cy="0"/>
        </a:xfrm>
      </p:grpSpPr>
      <p:sp>
        <p:nvSpPr>
          <p:cNvPr id="222" name="Google Shape;222;p25"/>
          <p:cNvSpPr/>
          <p:nvPr/>
        </p:nvSpPr>
        <p:spPr>
          <a:xfrm>
            <a:off x="298300" y="1216800"/>
            <a:ext cx="3491400" cy="3260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3" name="Google Shape;223;p25"/>
          <p:cNvSpPr txBox="1"/>
          <p:nvPr>
            <p:ph idx="1" type="subTitle"/>
          </p:nvPr>
        </p:nvSpPr>
        <p:spPr>
          <a:xfrm>
            <a:off x="323945" y="1242931"/>
            <a:ext cx="33144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4" name="Google Shape;224;p25"/>
          <p:cNvSpPr/>
          <p:nvPr>
            <p:ph idx="2" type="pic"/>
          </p:nvPr>
        </p:nvSpPr>
        <p:spPr>
          <a:xfrm>
            <a:off x="3789350" y="1216800"/>
            <a:ext cx="5062200" cy="3622200"/>
          </a:xfrm>
          <a:prstGeom prst="rect">
            <a:avLst/>
          </a:prstGeom>
          <a:noFill/>
          <a:ln cap="flat" cmpd="sng" w="19050">
            <a:solidFill>
              <a:schemeClr val="dk1"/>
            </a:solidFill>
            <a:prstDash val="solid"/>
            <a:round/>
            <a:headEnd len="sm" w="sm" type="none"/>
            <a:tailEnd len="sm" w="sm" type="none"/>
          </a:ln>
        </p:spPr>
      </p:sp>
      <p:sp>
        <p:nvSpPr>
          <p:cNvPr id="225" name="Google Shape;225;p25"/>
          <p:cNvSpPr txBox="1"/>
          <p:nvPr>
            <p:ph idx="3" type="body"/>
          </p:nvPr>
        </p:nvSpPr>
        <p:spPr>
          <a:xfrm>
            <a:off x="336530" y="1554822"/>
            <a:ext cx="33144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6" name="Google Shape;226;p25"/>
          <p:cNvSpPr txBox="1"/>
          <p:nvPr>
            <p:ph idx="4" type="subTitle"/>
          </p:nvPr>
        </p:nvSpPr>
        <p:spPr>
          <a:xfrm>
            <a:off x="336530" y="2289922"/>
            <a:ext cx="33015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 name="Google Shape;227;p25"/>
          <p:cNvSpPr txBox="1"/>
          <p:nvPr>
            <p:ph idx="5" type="body"/>
          </p:nvPr>
        </p:nvSpPr>
        <p:spPr>
          <a:xfrm>
            <a:off x="349106" y="2601813"/>
            <a:ext cx="33015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8" name="Google Shape;228;p25"/>
          <p:cNvSpPr txBox="1"/>
          <p:nvPr>
            <p:ph idx="6" type="subTitle"/>
          </p:nvPr>
        </p:nvSpPr>
        <p:spPr>
          <a:xfrm>
            <a:off x="323945" y="3346542"/>
            <a:ext cx="33144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 name="Google Shape;229;p25"/>
          <p:cNvSpPr txBox="1"/>
          <p:nvPr>
            <p:ph idx="7" type="body"/>
          </p:nvPr>
        </p:nvSpPr>
        <p:spPr>
          <a:xfrm>
            <a:off x="336569" y="3658433"/>
            <a:ext cx="33144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30" name="Google Shape;230;p25"/>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1" name="Google Shape;231;p25"/>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32" name="Google Shape;232;p25"/>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3" name="Google Shape;233;p25"/>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3_1_1_1_1_1_1_1_1_1_1_2">
    <p:spTree>
      <p:nvGrpSpPr>
        <p:cNvPr id="234" name="Shape 234"/>
        <p:cNvGrpSpPr/>
        <p:nvPr/>
      </p:nvGrpSpPr>
      <p:grpSpPr>
        <a:xfrm>
          <a:off x="0" y="0"/>
          <a:ext cx="0" cy="0"/>
          <a:chOff x="0" y="0"/>
          <a:chExt cx="0" cy="0"/>
        </a:xfrm>
      </p:grpSpPr>
      <p:sp>
        <p:nvSpPr>
          <p:cNvPr id="235" name="Google Shape;235;p26"/>
          <p:cNvSpPr/>
          <p:nvPr/>
        </p:nvSpPr>
        <p:spPr>
          <a:xfrm>
            <a:off x="298300" y="1213300"/>
            <a:ext cx="5646900" cy="3260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6" name="Google Shape;236;p26"/>
          <p:cNvSpPr txBox="1"/>
          <p:nvPr>
            <p:ph idx="1" type="body"/>
          </p:nvPr>
        </p:nvSpPr>
        <p:spPr>
          <a:xfrm>
            <a:off x="298300" y="1370375"/>
            <a:ext cx="56469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37" name="Google Shape;237;p26"/>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8" name="Google Shape;238;p26"/>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39" name="Google Shape;239;p26"/>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0" name="Google Shape;240;p26"/>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TITLE_3_1_1_1_1_1_1_1_1_1_1_2_2">
    <p:spTree>
      <p:nvGrpSpPr>
        <p:cNvPr id="241" name="Shape 241"/>
        <p:cNvGrpSpPr/>
        <p:nvPr/>
      </p:nvGrpSpPr>
      <p:grpSpPr>
        <a:xfrm>
          <a:off x="0" y="0"/>
          <a:ext cx="0" cy="0"/>
          <a:chOff x="0" y="0"/>
          <a:chExt cx="0" cy="0"/>
        </a:xfrm>
      </p:grpSpPr>
      <p:sp>
        <p:nvSpPr>
          <p:cNvPr id="242" name="Google Shape;242;p27"/>
          <p:cNvSpPr/>
          <p:nvPr/>
        </p:nvSpPr>
        <p:spPr>
          <a:xfrm>
            <a:off x="298300" y="1213300"/>
            <a:ext cx="56469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3" name="Google Shape;243;p27"/>
          <p:cNvSpPr txBox="1"/>
          <p:nvPr>
            <p:ph idx="1" type="body"/>
          </p:nvPr>
        </p:nvSpPr>
        <p:spPr>
          <a:xfrm>
            <a:off x="298300" y="1370375"/>
            <a:ext cx="56469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44" name="Google Shape;244;p27"/>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5" name="Google Shape;245;p27"/>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46" name="Google Shape;246;p27"/>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7" name="Google Shape;247;p27"/>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3_1_1_1_1_1_1_1_1_1_1_2_1">
    <p:spTree>
      <p:nvGrpSpPr>
        <p:cNvPr id="248" name="Shape 248"/>
        <p:cNvGrpSpPr/>
        <p:nvPr/>
      </p:nvGrpSpPr>
      <p:grpSpPr>
        <a:xfrm>
          <a:off x="0" y="0"/>
          <a:ext cx="0" cy="0"/>
          <a:chOff x="0" y="0"/>
          <a:chExt cx="0" cy="0"/>
        </a:xfrm>
      </p:grpSpPr>
      <p:sp>
        <p:nvSpPr>
          <p:cNvPr id="249" name="Google Shape;249;p28"/>
          <p:cNvSpPr/>
          <p:nvPr/>
        </p:nvSpPr>
        <p:spPr>
          <a:xfrm>
            <a:off x="298300" y="1213300"/>
            <a:ext cx="40788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0" name="Google Shape;250;p28"/>
          <p:cNvSpPr txBox="1"/>
          <p:nvPr>
            <p:ph idx="1" type="body"/>
          </p:nvPr>
        </p:nvSpPr>
        <p:spPr>
          <a:xfrm>
            <a:off x="298300" y="1370375"/>
            <a:ext cx="40362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1" name="Google Shape;251;p28"/>
          <p:cNvSpPr/>
          <p:nvPr/>
        </p:nvSpPr>
        <p:spPr>
          <a:xfrm>
            <a:off x="4377100" y="1213300"/>
            <a:ext cx="4078800" cy="3260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2" name="Google Shape;252;p28"/>
          <p:cNvSpPr txBox="1"/>
          <p:nvPr>
            <p:ph idx="2" type="body"/>
          </p:nvPr>
        </p:nvSpPr>
        <p:spPr>
          <a:xfrm>
            <a:off x="4377100" y="1370375"/>
            <a:ext cx="40362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3" name="Google Shape;253;p28"/>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4" name="Google Shape;254;p28"/>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55" name="Google Shape;255;p28"/>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6" name="Google Shape;256;p28"/>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lth and Safety">
  <p:cSld name="TITLE_3_1_1_1_1_1_1_1_1_1_1_1">
    <p:spTree>
      <p:nvGrpSpPr>
        <p:cNvPr id="257" name="Shape 257"/>
        <p:cNvGrpSpPr/>
        <p:nvPr/>
      </p:nvGrpSpPr>
      <p:grpSpPr>
        <a:xfrm>
          <a:off x="0" y="0"/>
          <a:ext cx="0" cy="0"/>
          <a:chOff x="0" y="0"/>
          <a:chExt cx="0" cy="0"/>
        </a:xfrm>
      </p:grpSpPr>
      <p:sp>
        <p:nvSpPr>
          <p:cNvPr id="258" name="Google Shape;258;p29"/>
          <p:cNvSpPr/>
          <p:nvPr>
            <p:ph idx="2" type="pic"/>
          </p:nvPr>
        </p:nvSpPr>
        <p:spPr>
          <a:xfrm>
            <a:off x="3789500" y="1216033"/>
            <a:ext cx="2512800" cy="2711400"/>
          </a:xfrm>
          <a:prstGeom prst="rect">
            <a:avLst/>
          </a:prstGeom>
          <a:noFill/>
          <a:ln cap="flat" cmpd="sng" w="19050">
            <a:solidFill>
              <a:schemeClr val="dk1"/>
            </a:solidFill>
            <a:prstDash val="solid"/>
            <a:round/>
            <a:headEnd len="sm" w="sm" type="none"/>
            <a:tailEnd len="sm" w="sm" type="none"/>
          </a:ln>
        </p:spPr>
      </p:sp>
      <p:sp>
        <p:nvSpPr>
          <p:cNvPr id="259" name="Google Shape;259;p29"/>
          <p:cNvSpPr/>
          <p:nvPr/>
        </p:nvSpPr>
        <p:spPr>
          <a:xfrm>
            <a:off x="6300850" y="1795700"/>
            <a:ext cx="991200" cy="504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0" name="Google Shape;260;p29"/>
          <p:cNvSpPr/>
          <p:nvPr>
            <p:ph idx="3" type="pic"/>
          </p:nvPr>
        </p:nvSpPr>
        <p:spPr>
          <a:xfrm>
            <a:off x="6302375" y="2298975"/>
            <a:ext cx="2476800" cy="2539800"/>
          </a:xfrm>
          <a:prstGeom prst="rect">
            <a:avLst/>
          </a:prstGeom>
          <a:noFill/>
          <a:ln cap="flat" cmpd="sng" w="19050">
            <a:solidFill>
              <a:schemeClr val="dk1"/>
            </a:solidFill>
            <a:prstDash val="solid"/>
            <a:round/>
            <a:headEnd len="sm" w="sm" type="none"/>
            <a:tailEnd len="sm" w="sm" type="none"/>
          </a:ln>
        </p:spPr>
      </p:sp>
      <p:sp>
        <p:nvSpPr>
          <p:cNvPr id="261" name="Google Shape;261;p29"/>
          <p:cNvSpPr/>
          <p:nvPr/>
        </p:nvSpPr>
        <p:spPr>
          <a:xfrm>
            <a:off x="298300" y="1216800"/>
            <a:ext cx="34914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2" name="Google Shape;262;p29"/>
          <p:cNvSpPr txBox="1"/>
          <p:nvPr>
            <p:ph idx="1" type="subTitle"/>
          </p:nvPr>
        </p:nvSpPr>
        <p:spPr>
          <a:xfrm>
            <a:off x="323945" y="1242931"/>
            <a:ext cx="33144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3" name="Google Shape;263;p29"/>
          <p:cNvSpPr txBox="1"/>
          <p:nvPr>
            <p:ph idx="4" type="body"/>
          </p:nvPr>
        </p:nvSpPr>
        <p:spPr>
          <a:xfrm>
            <a:off x="336530" y="1554822"/>
            <a:ext cx="33144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4" name="Google Shape;264;p29"/>
          <p:cNvSpPr txBox="1"/>
          <p:nvPr>
            <p:ph idx="5" type="subTitle"/>
          </p:nvPr>
        </p:nvSpPr>
        <p:spPr>
          <a:xfrm>
            <a:off x="336530" y="2289922"/>
            <a:ext cx="33015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5" name="Google Shape;265;p29"/>
          <p:cNvSpPr txBox="1"/>
          <p:nvPr>
            <p:ph idx="6" type="body"/>
          </p:nvPr>
        </p:nvSpPr>
        <p:spPr>
          <a:xfrm>
            <a:off x="349106" y="2601813"/>
            <a:ext cx="33015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6" name="Google Shape;266;p29"/>
          <p:cNvSpPr txBox="1"/>
          <p:nvPr>
            <p:ph idx="7" type="subTitle"/>
          </p:nvPr>
        </p:nvSpPr>
        <p:spPr>
          <a:xfrm>
            <a:off x="323945" y="3346542"/>
            <a:ext cx="33144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29"/>
          <p:cNvSpPr txBox="1"/>
          <p:nvPr>
            <p:ph idx="8" type="body"/>
          </p:nvPr>
        </p:nvSpPr>
        <p:spPr>
          <a:xfrm>
            <a:off x="336569" y="3658433"/>
            <a:ext cx="33144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8" name="Google Shape;268;p29"/>
          <p:cNvSpPr/>
          <p:nvPr/>
        </p:nvSpPr>
        <p:spPr>
          <a:xfrm>
            <a:off x="3789500" y="3927425"/>
            <a:ext cx="2512800" cy="549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9" name="Google Shape;269;p29"/>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0" name="Google Shape;270;p29"/>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71" name="Google Shape;271;p29"/>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2" name="Google Shape;272;p29"/>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ommendations">
  <p:cSld name="TITLE_3_1_1_1_1_1_1_1_1_1_1_1_1">
    <p:spTree>
      <p:nvGrpSpPr>
        <p:cNvPr id="273" name="Shape 273"/>
        <p:cNvGrpSpPr/>
        <p:nvPr/>
      </p:nvGrpSpPr>
      <p:grpSpPr>
        <a:xfrm>
          <a:off x="0" y="0"/>
          <a:ext cx="0" cy="0"/>
          <a:chOff x="0" y="0"/>
          <a:chExt cx="0" cy="0"/>
        </a:xfrm>
      </p:grpSpPr>
      <p:sp>
        <p:nvSpPr>
          <p:cNvPr id="274" name="Google Shape;274;p30"/>
          <p:cNvSpPr/>
          <p:nvPr/>
        </p:nvSpPr>
        <p:spPr>
          <a:xfrm>
            <a:off x="1694350" y="1223800"/>
            <a:ext cx="5755200" cy="3534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5" name="Google Shape;275;p30"/>
          <p:cNvSpPr txBox="1"/>
          <p:nvPr>
            <p:ph idx="1" type="body"/>
          </p:nvPr>
        </p:nvSpPr>
        <p:spPr>
          <a:xfrm>
            <a:off x="1705750" y="1223400"/>
            <a:ext cx="5755200" cy="3534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6" name="Google Shape;276;p30"/>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7" name="Google Shape;277;p30"/>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78" name="Google Shape;278;p30"/>
          <p:cNvSpPr/>
          <p:nvPr/>
        </p:nvSpPr>
        <p:spPr>
          <a:xfrm>
            <a:off x="298300" y="301050"/>
            <a:ext cx="5585100" cy="6066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9" name="Google Shape;279;p30"/>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cision Making Timelines">
  <p:cSld name="TITLE_3_1_1_1_1_1_1_1_1_1_1_1_1_1">
    <p:spTree>
      <p:nvGrpSpPr>
        <p:cNvPr id="280" name="Shape 280"/>
        <p:cNvGrpSpPr/>
        <p:nvPr/>
      </p:nvGrpSpPr>
      <p:grpSpPr>
        <a:xfrm>
          <a:off x="0" y="0"/>
          <a:ext cx="0" cy="0"/>
          <a:chOff x="0" y="0"/>
          <a:chExt cx="0" cy="0"/>
        </a:xfrm>
      </p:grpSpPr>
      <p:sp>
        <p:nvSpPr>
          <p:cNvPr id="281" name="Google Shape;281;p31"/>
          <p:cNvSpPr txBox="1"/>
          <p:nvPr>
            <p:ph idx="1" type="subTitle"/>
          </p:nvPr>
        </p:nvSpPr>
        <p:spPr>
          <a:xfrm>
            <a:off x="974626"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2" name="Google Shape;282;p31"/>
          <p:cNvSpPr txBox="1"/>
          <p:nvPr>
            <p:ph idx="2" type="subTitle"/>
          </p:nvPr>
        </p:nvSpPr>
        <p:spPr>
          <a:xfrm>
            <a:off x="1947538"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3" name="Google Shape;283;p31"/>
          <p:cNvSpPr txBox="1"/>
          <p:nvPr>
            <p:ph idx="3" type="subTitle"/>
          </p:nvPr>
        </p:nvSpPr>
        <p:spPr>
          <a:xfrm>
            <a:off x="2920451"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4" name="Google Shape;284;p31"/>
          <p:cNvSpPr txBox="1"/>
          <p:nvPr>
            <p:ph idx="4" type="subTitle"/>
          </p:nvPr>
        </p:nvSpPr>
        <p:spPr>
          <a:xfrm>
            <a:off x="3893363"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5" name="Google Shape;285;p31"/>
          <p:cNvSpPr txBox="1"/>
          <p:nvPr>
            <p:ph idx="5" type="subTitle"/>
          </p:nvPr>
        </p:nvSpPr>
        <p:spPr>
          <a:xfrm>
            <a:off x="4866276"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6" name="Google Shape;286;p31"/>
          <p:cNvSpPr txBox="1"/>
          <p:nvPr>
            <p:ph idx="6" type="subTitle"/>
          </p:nvPr>
        </p:nvSpPr>
        <p:spPr>
          <a:xfrm>
            <a:off x="5839189"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7" name="Google Shape;287;p31"/>
          <p:cNvSpPr txBox="1"/>
          <p:nvPr>
            <p:ph idx="7" type="subTitle"/>
          </p:nvPr>
        </p:nvSpPr>
        <p:spPr>
          <a:xfrm>
            <a:off x="6812101"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31"/>
          <p:cNvSpPr txBox="1"/>
          <p:nvPr>
            <p:ph idx="8" type="subTitle"/>
          </p:nvPr>
        </p:nvSpPr>
        <p:spPr>
          <a:xfrm>
            <a:off x="7785014"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89" name="Google Shape;289;p31"/>
          <p:cNvCxnSpPr/>
          <p:nvPr/>
        </p:nvCxnSpPr>
        <p:spPr>
          <a:xfrm>
            <a:off x="326031" y="3827919"/>
            <a:ext cx="8309100" cy="0"/>
          </a:xfrm>
          <a:prstGeom prst="straightConnector1">
            <a:avLst/>
          </a:prstGeom>
          <a:noFill/>
          <a:ln cap="flat" cmpd="sng" w="19050">
            <a:solidFill>
              <a:schemeClr val="dk1"/>
            </a:solidFill>
            <a:prstDash val="solid"/>
            <a:round/>
            <a:headEnd len="med" w="med" type="none"/>
            <a:tailEnd len="med" w="med" type="none"/>
          </a:ln>
        </p:spPr>
      </p:cxnSp>
      <p:cxnSp>
        <p:nvCxnSpPr>
          <p:cNvPr id="290" name="Google Shape;290;p31"/>
          <p:cNvCxnSpPr/>
          <p:nvPr/>
        </p:nvCxnSpPr>
        <p:spPr>
          <a:xfrm>
            <a:off x="1060840"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1" name="Google Shape;291;p31"/>
          <p:cNvCxnSpPr/>
          <p:nvPr/>
        </p:nvCxnSpPr>
        <p:spPr>
          <a:xfrm>
            <a:off x="2039296"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2" name="Google Shape;292;p31"/>
          <p:cNvCxnSpPr/>
          <p:nvPr/>
        </p:nvCxnSpPr>
        <p:spPr>
          <a:xfrm>
            <a:off x="3011282"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3" name="Google Shape;293;p31"/>
          <p:cNvCxnSpPr/>
          <p:nvPr/>
        </p:nvCxnSpPr>
        <p:spPr>
          <a:xfrm>
            <a:off x="3989739"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4" name="Google Shape;294;p31"/>
          <p:cNvCxnSpPr/>
          <p:nvPr/>
        </p:nvCxnSpPr>
        <p:spPr>
          <a:xfrm>
            <a:off x="4968195"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5" name="Google Shape;295;p31"/>
          <p:cNvCxnSpPr/>
          <p:nvPr/>
        </p:nvCxnSpPr>
        <p:spPr>
          <a:xfrm>
            <a:off x="5939111"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6" name="Google Shape;296;p31"/>
          <p:cNvCxnSpPr/>
          <p:nvPr/>
        </p:nvCxnSpPr>
        <p:spPr>
          <a:xfrm>
            <a:off x="6911098"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7" name="Google Shape;297;p31"/>
          <p:cNvCxnSpPr/>
          <p:nvPr/>
        </p:nvCxnSpPr>
        <p:spPr>
          <a:xfrm>
            <a:off x="7888483"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8" name="Google Shape;298;p31"/>
          <p:cNvCxnSpPr/>
          <p:nvPr/>
        </p:nvCxnSpPr>
        <p:spPr>
          <a:xfrm>
            <a:off x="1554373"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299" name="Google Shape;299;p31"/>
          <p:cNvCxnSpPr/>
          <p:nvPr/>
        </p:nvCxnSpPr>
        <p:spPr>
          <a:xfrm>
            <a:off x="2532830"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0" name="Google Shape;300;p31"/>
          <p:cNvCxnSpPr/>
          <p:nvPr/>
        </p:nvCxnSpPr>
        <p:spPr>
          <a:xfrm>
            <a:off x="3504816"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1" name="Google Shape;301;p31"/>
          <p:cNvCxnSpPr/>
          <p:nvPr/>
        </p:nvCxnSpPr>
        <p:spPr>
          <a:xfrm>
            <a:off x="4483273"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2" name="Google Shape;302;p31"/>
          <p:cNvCxnSpPr/>
          <p:nvPr/>
        </p:nvCxnSpPr>
        <p:spPr>
          <a:xfrm>
            <a:off x="5461729"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3" name="Google Shape;303;p31"/>
          <p:cNvCxnSpPr/>
          <p:nvPr/>
        </p:nvCxnSpPr>
        <p:spPr>
          <a:xfrm>
            <a:off x="6432645"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4" name="Google Shape;304;p31"/>
          <p:cNvCxnSpPr/>
          <p:nvPr/>
        </p:nvCxnSpPr>
        <p:spPr>
          <a:xfrm>
            <a:off x="7404631"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5" name="Google Shape;305;p31"/>
          <p:cNvCxnSpPr/>
          <p:nvPr/>
        </p:nvCxnSpPr>
        <p:spPr>
          <a:xfrm>
            <a:off x="8382017"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6" name="Google Shape;306;p31"/>
          <p:cNvCxnSpPr/>
          <p:nvPr/>
        </p:nvCxnSpPr>
        <p:spPr>
          <a:xfrm>
            <a:off x="567306" y="3331452"/>
            <a:ext cx="0" cy="505800"/>
          </a:xfrm>
          <a:prstGeom prst="straightConnector1">
            <a:avLst/>
          </a:prstGeom>
          <a:noFill/>
          <a:ln cap="flat" cmpd="sng" w="19050">
            <a:solidFill>
              <a:schemeClr val="dk1"/>
            </a:solidFill>
            <a:prstDash val="solid"/>
            <a:round/>
            <a:headEnd len="med" w="med" type="none"/>
            <a:tailEnd len="med" w="med" type="none"/>
          </a:ln>
        </p:spPr>
      </p:cxnSp>
      <p:sp>
        <p:nvSpPr>
          <p:cNvPr id="307" name="Google Shape;307;p31"/>
          <p:cNvSpPr txBox="1"/>
          <p:nvPr>
            <p:ph idx="9" type="body"/>
          </p:nvPr>
        </p:nvSpPr>
        <p:spPr>
          <a:xfrm>
            <a:off x="219725" y="4031189"/>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08" name="Google Shape;308;p31"/>
          <p:cNvSpPr txBox="1"/>
          <p:nvPr>
            <p:ph idx="13" type="body"/>
          </p:nvPr>
        </p:nvSpPr>
        <p:spPr>
          <a:xfrm>
            <a:off x="1676863" y="4031189"/>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09" name="Google Shape;309;p31"/>
          <p:cNvSpPr txBox="1"/>
          <p:nvPr>
            <p:ph idx="14" type="body"/>
          </p:nvPr>
        </p:nvSpPr>
        <p:spPr>
          <a:xfrm>
            <a:off x="3156254" y="4379255"/>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0" name="Google Shape;310;p31"/>
          <p:cNvSpPr txBox="1"/>
          <p:nvPr>
            <p:ph idx="15" type="body"/>
          </p:nvPr>
        </p:nvSpPr>
        <p:spPr>
          <a:xfrm>
            <a:off x="3879515" y="4031189"/>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1" name="Google Shape;311;p31"/>
          <p:cNvSpPr txBox="1"/>
          <p:nvPr>
            <p:ph idx="16" type="body"/>
          </p:nvPr>
        </p:nvSpPr>
        <p:spPr>
          <a:xfrm>
            <a:off x="5835342" y="4031189"/>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2" name="Google Shape;312;p31"/>
          <p:cNvSpPr txBox="1"/>
          <p:nvPr>
            <p:ph idx="17" type="body"/>
          </p:nvPr>
        </p:nvSpPr>
        <p:spPr>
          <a:xfrm>
            <a:off x="7300272" y="4031189"/>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3" name="Google Shape;313;p31"/>
          <p:cNvSpPr txBox="1"/>
          <p:nvPr>
            <p:ph idx="18" type="body"/>
          </p:nvPr>
        </p:nvSpPr>
        <p:spPr>
          <a:xfrm>
            <a:off x="5213426" y="4379255"/>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4" name="Google Shape;314;p31"/>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15" name="Google Shape;315;p31"/>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16" name="Google Shape;316;p31"/>
          <p:cNvSpPr/>
          <p:nvPr/>
        </p:nvSpPr>
        <p:spPr>
          <a:xfrm>
            <a:off x="301794" y="301050"/>
            <a:ext cx="6609300" cy="6066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17" name="Google Shape;317;p31"/>
          <p:cNvSpPr txBox="1"/>
          <p:nvPr>
            <p:ph type="title"/>
          </p:nvPr>
        </p:nvSpPr>
        <p:spPr>
          <a:xfrm>
            <a:off x="279173" y="338025"/>
            <a:ext cx="658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Outro Slide">
  <p:cSld name="TITLE_3_1_1_1_1_1_1_1_1_1_1_1_1_1_1">
    <p:spTree>
      <p:nvGrpSpPr>
        <p:cNvPr id="318" name="Shape 318"/>
        <p:cNvGrpSpPr/>
        <p:nvPr/>
      </p:nvGrpSpPr>
      <p:grpSpPr>
        <a:xfrm>
          <a:off x="0" y="0"/>
          <a:ext cx="0" cy="0"/>
          <a:chOff x="0" y="0"/>
          <a:chExt cx="0" cy="0"/>
        </a:xfrm>
      </p:grpSpPr>
      <p:sp>
        <p:nvSpPr>
          <p:cNvPr id="319" name="Google Shape;319;p32"/>
          <p:cNvSpPr/>
          <p:nvPr/>
        </p:nvSpPr>
        <p:spPr>
          <a:xfrm>
            <a:off x="4316871" y="2841579"/>
            <a:ext cx="1052100" cy="10869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0" name="Google Shape;320;p32"/>
          <p:cNvSpPr/>
          <p:nvPr/>
        </p:nvSpPr>
        <p:spPr>
          <a:xfrm>
            <a:off x="2213760" y="2848150"/>
            <a:ext cx="2101800" cy="5433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1" name="Google Shape;321;p32"/>
          <p:cNvSpPr/>
          <p:nvPr/>
        </p:nvSpPr>
        <p:spPr>
          <a:xfrm>
            <a:off x="1172300" y="1208200"/>
            <a:ext cx="3146100" cy="16398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2" name="Google Shape;322;p32"/>
          <p:cNvSpPr txBox="1"/>
          <p:nvPr>
            <p:ph type="title"/>
          </p:nvPr>
        </p:nvSpPr>
        <p:spPr>
          <a:xfrm>
            <a:off x="1172300" y="1208200"/>
            <a:ext cx="3146100" cy="1639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7200"/>
              <a:buNone/>
              <a:defRPr sz="72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323" name="Google Shape;323;p32"/>
          <p:cNvSpPr/>
          <p:nvPr/>
        </p:nvSpPr>
        <p:spPr>
          <a:xfrm>
            <a:off x="4316873" y="2300152"/>
            <a:ext cx="5289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4" name="Google Shape;324;p32"/>
          <p:cNvSpPr txBox="1"/>
          <p:nvPr>
            <p:ph idx="2" type="title"/>
          </p:nvPr>
        </p:nvSpPr>
        <p:spPr>
          <a:xfrm>
            <a:off x="4316875" y="2841575"/>
            <a:ext cx="1052100" cy="1086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7200"/>
              <a:buNone/>
              <a:defRPr sz="72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325" name="Google Shape;325;p32"/>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6" name="Google Shape;326;p32"/>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20">
    <p:spTree>
      <p:nvGrpSpPr>
        <p:cNvPr id="327" name="Shape 327"/>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2">
    <p:spTree>
      <p:nvGrpSpPr>
        <p:cNvPr id="328" name="Shape 328"/>
        <p:cNvGrpSpPr/>
        <p:nvPr/>
      </p:nvGrpSpPr>
      <p:grpSpPr>
        <a:xfrm>
          <a:off x="0" y="0"/>
          <a:ext cx="0" cy="0"/>
          <a:chOff x="0" y="0"/>
          <a:chExt cx="0" cy="0"/>
        </a:xfrm>
      </p:grpSpPr>
      <p:sp>
        <p:nvSpPr>
          <p:cNvPr id="329" name="Google Shape;329;p34"/>
          <p:cNvSpPr/>
          <p:nvPr/>
        </p:nvSpPr>
        <p:spPr>
          <a:xfrm>
            <a:off x="1822200" y="1536600"/>
            <a:ext cx="4986900" cy="10812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30" name="Google Shape;330;p34"/>
          <p:cNvSpPr txBox="1"/>
          <p:nvPr>
            <p:ph type="title"/>
          </p:nvPr>
        </p:nvSpPr>
        <p:spPr>
          <a:xfrm>
            <a:off x="1822300" y="1548425"/>
            <a:ext cx="4986900" cy="7107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1" name="Google Shape;331;p34"/>
          <p:cNvSpPr/>
          <p:nvPr/>
        </p:nvSpPr>
        <p:spPr>
          <a:xfrm>
            <a:off x="4655406" y="2617800"/>
            <a:ext cx="2159400" cy="9891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32" name="Google Shape;332;p34"/>
          <p:cNvSpPr txBox="1"/>
          <p:nvPr>
            <p:ph idx="1" type="subTitle"/>
          </p:nvPr>
        </p:nvSpPr>
        <p:spPr>
          <a:xfrm>
            <a:off x="4649825" y="2625603"/>
            <a:ext cx="2159400" cy="4881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3" name="Google Shape;333;p34"/>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34" name="Google Shape;334;p34"/>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3">
    <p:spTree>
      <p:nvGrpSpPr>
        <p:cNvPr id="335" name="Shape 335"/>
        <p:cNvGrpSpPr/>
        <p:nvPr/>
      </p:nvGrpSpPr>
      <p:grpSpPr>
        <a:xfrm>
          <a:off x="0" y="0"/>
          <a:ext cx="0" cy="0"/>
          <a:chOff x="0" y="0"/>
          <a:chExt cx="0" cy="0"/>
        </a:xfrm>
      </p:grpSpPr>
      <p:sp>
        <p:nvSpPr>
          <p:cNvPr id="336" name="Google Shape;336;p35"/>
          <p:cNvSpPr/>
          <p:nvPr/>
        </p:nvSpPr>
        <p:spPr>
          <a:xfrm>
            <a:off x="1172300" y="1667975"/>
            <a:ext cx="5841600" cy="16398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37" name="Google Shape;337;p35"/>
          <p:cNvSpPr/>
          <p:nvPr/>
        </p:nvSpPr>
        <p:spPr>
          <a:xfrm>
            <a:off x="7013875" y="2761675"/>
            <a:ext cx="5940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38" name="Google Shape;338;p35"/>
          <p:cNvSpPr txBox="1"/>
          <p:nvPr>
            <p:ph type="title"/>
          </p:nvPr>
        </p:nvSpPr>
        <p:spPr>
          <a:xfrm>
            <a:off x="1195425" y="1741825"/>
            <a:ext cx="5616600" cy="17337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9" name="Google Shape;339;p35"/>
          <p:cNvSpPr/>
          <p:nvPr/>
        </p:nvSpPr>
        <p:spPr>
          <a:xfrm>
            <a:off x="643300" y="1667975"/>
            <a:ext cx="528900" cy="5289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40" name="Google Shape;340;p35"/>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41" name="Google Shape;341;p35"/>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4_1">
    <p:spTree>
      <p:nvGrpSpPr>
        <p:cNvPr id="342" name="Shape 342"/>
        <p:cNvGrpSpPr/>
        <p:nvPr/>
      </p:nvGrpSpPr>
      <p:grpSpPr>
        <a:xfrm>
          <a:off x="0" y="0"/>
          <a:ext cx="0" cy="0"/>
          <a:chOff x="0" y="0"/>
          <a:chExt cx="0" cy="0"/>
        </a:xfrm>
      </p:grpSpPr>
      <p:sp>
        <p:nvSpPr>
          <p:cNvPr id="343" name="Google Shape;343;p36"/>
          <p:cNvSpPr/>
          <p:nvPr/>
        </p:nvSpPr>
        <p:spPr>
          <a:xfrm>
            <a:off x="298300" y="1213300"/>
            <a:ext cx="3455100" cy="3260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44" name="Google Shape;344;p36"/>
          <p:cNvSpPr txBox="1"/>
          <p:nvPr>
            <p:ph idx="1" type="body"/>
          </p:nvPr>
        </p:nvSpPr>
        <p:spPr>
          <a:xfrm>
            <a:off x="377800" y="1370375"/>
            <a:ext cx="32961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5" name="Google Shape;345;p36"/>
          <p:cNvSpPr/>
          <p:nvPr/>
        </p:nvSpPr>
        <p:spPr>
          <a:xfrm>
            <a:off x="3753400" y="1213300"/>
            <a:ext cx="3455100" cy="3260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46" name="Google Shape;346;p36"/>
          <p:cNvSpPr txBox="1"/>
          <p:nvPr>
            <p:ph idx="2" type="body"/>
          </p:nvPr>
        </p:nvSpPr>
        <p:spPr>
          <a:xfrm>
            <a:off x="3832900" y="1370375"/>
            <a:ext cx="32961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7" name="Google Shape;347;p36"/>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48" name="Google Shape;348;p36"/>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49" name="Google Shape;349;p36"/>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50" name="Google Shape;350;p36"/>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4_1_1">
    <p:spTree>
      <p:nvGrpSpPr>
        <p:cNvPr id="351" name="Shape 351"/>
        <p:cNvGrpSpPr/>
        <p:nvPr/>
      </p:nvGrpSpPr>
      <p:grpSpPr>
        <a:xfrm>
          <a:off x="0" y="0"/>
          <a:ext cx="0" cy="0"/>
          <a:chOff x="0" y="0"/>
          <a:chExt cx="0" cy="0"/>
        </a:xfrm>
      </p:grpSpPr>
      <p:sp>
        <p:nvSpPr>
          <p:cNvPr id="352" name="Google Shape;352;p37"/>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53" name="Google Shape;353;p37"/>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54" name="Google Shape;354;p37"/>
          <p:cNvSpPr/>
          <p:nvPr/>
        </p:nvSpPr>
        <p:spPr>
          <a:xfrm>
            <a:off x="298300" y="301050"/>
            <a:ext cx="5585100" cy="606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55" name="Google Shape;355;p37"/>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CUSTOM_5">
    <p:spTree>
      <p:nvGrpSpPr>
        <p:cNvPr id="356" name="Shape 356"/>
        <p:cNvGrpSpPr/>
        <p:nvPr/>
      </p:nvGrpSpPr>
      <p:grpSpPr>
        <a:xfrm>
          <a:off x="0" y="0"/>
          <a:ext cx="0" cy="0"/>
          <a:chOff x="0" y="0"/>
          <a:chExt cx="0" cy="0"/>
        </a:xfrm>
      </p:grpSpPr>
      <p:sp>
        <p:nvSpPr>
          <p:cNvPr id="357" name="Google Shape;357;p38"/>
          <p:cNvSpPr/>
          <p:nvPr/>
        </p:nvSpPr>
        <p:spPr>
          <a:xfrm>
            <a:off x="298862" y="1213300"/>
            <a:ext cx="42042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58" name="Google Shape;358;p38"/>
          <p:cNvSpPr txBox="1"/>
          <p:nvPr>
            <p:ph idx="1" type="body"/>
          </p:nvPr>
        </p:nvSpPr>
        <p:spPr>
          <a:xfrm>
            <a:off x="370550" y="1290925"/>
            <a:ext cx="4060800" cy="3072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9" name="Google Shape;359;p38"/>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0" name="Google Shape;360;p38"/>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61" name="Google Shape;361;p38"/>
          <p:cNvSpPr/>
          <p:nvPr/>
        </p:nvSpPr>
        <p:spPr>
          <a:xfrm>
            <a:off x="298300" y="301050"/>
            <a:ext cx="42363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2" name="Google Shape;362;p38"/>
          <p:cNvSpPr txBox="1"/>
          <p:nvPr>
            <p:ph type="title"/>
          </p:nvPr>
        </p:nvSpPr>
        <p:spPr>
          <a:xfrm>
            <a:off x="279177" y="338025"/>
            <a:ext cx="42042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6">
    <p:spTree>
      <p:nvGrpSpPr>
        <p:cNvPr id="363" name="Shape 363"/>
        <p:cNvGrpSpPr/>
        <p:nvPr/>
      </p:nvGrpSpPr>
      <p:grpSpPr>
        <a:xfrm>
          <a:off x="0" y="0"/>
          <a:ext cx="0" cy="0"/>
          <a:chOff x="0" y="0"/>
          <a:chExt cx="0" cy="0"/>
        </a:xfrm>
      </p:grpSpPr>
      <p:sp>
        <p:nvSpPr>
          <p:cNvPr id="364" name="Google Shape;364;p39"/>
          <p:cNvSpPr/>
          <p:nvPr/>
        </p:nvSpPr>
        <p:spPr>
          <a:xfrm>
            <a:off x="1172300" y="1667975"/>
            <a:ext cx="5841600" cy="16398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5" name="Google Shape;365;p39"/>
          <p:cNvSpPr/>
          <p:nvPr/>
        </p:nvSpPr>
        <p:spPr>
          <a:xfrm>
            <a:off x="7013875" y="2761675"/>
            <a:ext cx="5940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6" name="Google Shape;366;p39"/>
          <p:cNvSpPr txBox="1"/>
          <p:nvPr>
            <p:ph type="title"/>
          </p:nvPr>
        </p:nvSpPr>
        <p:spPr>
          <a:xfrm>
            <a:off x="1195425" y="1741825"/>
            <a:ext cx="5616600" cy="17337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7" name="Google Shape;367;p39"/>
          <p:cNvSpPr/>
          <p:nvPr/>
        </p:nvSpPr>
        <p:spPr>
          <a:xfrm>
            <a:off x="643300" y="1667975"/>
            <a:ext cx="528900" cy="5289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8" name="Google Shape;368;p39"/>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9" name="Google Shape;369;p39"/>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CUSTOM_7">
    <p:spTree>
      <p:nvGrpSpPr>
        <p:cNvPr id="370" name="Shape 370"/>
        <p:cNvGrpSpPr/>
        <p:nvPr/>
      </p:nvGrpSpPr>
      <p:grpSpPr>
        <a:xfrm>
          <a:off x="0" y="0"/>
          <a:ext cx="0" cy="0"/>
          <a:chOff x="0" y="0"/>
          <a:chExt cx="0" cy="0"/>
        </a:xfrm>
      </p:grpSpPr>
      <p:sp>
        <p:nvSpPr>
          <p:cNvPr id="371" name="Google Shape;371;p40"/>
          <p:cNvSpPr/>
          <p:nvPr/>
        </p:nvSpPr>
        <p:spPr>
          <a:xfrm>
            <a:off x="1172300" y="2775600"/>
            <a:ext cx="2953200" cy="8907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72" name="Google Shape;372;p40"/>
          <p:cNvSpPr/>
          <p:nvPr/>
        </p:nvSpPr>
        <p:spPr>
          <a:xfrm>
            <a:off x="1172300" y="1477197"/>
            <a:ext cx="5841600" cy="1298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73" name="Google Shape;373;p40"/>
          <p:cNvSpPr/>
          <p:nvPr/>
        </p:nvSpPr>
        <p:spPr>
          <a:xfrm>
            <a:off x="4125500" y="2775588"/>
            <a:ext cx="5940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74" name="Google Shape;374;p40"/>
          <p:cNvSpPr txBox="1"/>
          <p:nvPr>
            <p:ph type="title"/>
          </p:nvPr>
        </p:nvSpPr>
        <p:spPr>
          <a:xfrm>
            <a:off x="1227050" y="1551048"/>
            <a:ext cx="5732100" cy="11715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5" name="Google Shape;375;p40"/>
          <p:cNvSpPr txBox="1"/>
          <p:nvPr>
            <p:ph idx="1" type="subTitle"/>
          </p:nvPr>
        </p:nvSpPr>
        <p:spPr>
          <a:xfrm>
            <a:off x="1240100" y="2837775"/>
            <a:ext cx="2832300" cy="7476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6" name="Google Shape;376;p40"/>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77" name="Google Shape;377;p40"/>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78" name="Google Shape;378;p40"/>
          <p:cNvSpPr txBox="1"/>
          <p:nvPr>
            <p:ph idx="2" type="body"/>
          </p:nvPr>
        </p:nvSpPr>
        <p:spPr>
          <a:xfrm>
            <a:off x="1187325" y="3840875"/>
            <a:ext cx="6892800" cy="1014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8">
    <p:spTree>
      <p:nvGrpSpPr>
        <p:cNvPr id="379" name="Shape 379"/>
        <p:cNvGrpSpPr/>
        <p:nvPr/>
      </p:nvGrpSpPr>
      <p:grpSpPr>
        <a:xfrm>
          <a:off x="0" y="0"/>
          <a:ext cx="0" cy="0"/>
          <a:chOff x="0" y="0"/>
          <a:chExt cx="0" cy="0"/>
        </a:xfrm>
      </p:grpSpPr>
      <p:sp>
        <p:nvSpPr>
          <p:cNvPr id="380" name="Google Shape;380;p41"/>
          <p:cNvSpPr txBox="1"/>
          <p:nvPr>
            <p:ph idx="1" type="body"/>
          </p:nvPr>
        </p:nvSpPr>
        <p:spPr>
          <a:xfrm>
            <a:off x="333900" y="1202400"/>
            <a:ext cx="4060800" cy="2738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1" name="Google Shape;381;p41"/>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82" name="Google Shape;382;p41"/>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9">
    <p:spTree>
      <p:nvGrpSpPr>
        <p:cNvPr id="383" name="Shape 383"/>
        <p:cNvGrpSpPr/>
        <p:nvPr/>
      </p:nvGrpSpPr>
      <p:grpSpPr>
        <a:xfrm>
          <a:off x="0" y="0"/>
          <a:ext cx="0" cy="0"/>
          <a:chOff x="0" y="0"/>
          <a:chExt cx="0" cy="0"/>
        </a:xfrm>
      </p:grpSpPr>
      <p:sp>
        <p:nvSpPr>
          <p:cNvPr id="384" name="Google Shape;384;p42"/>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85" name="Google Shape;385;p42"/>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86" name="Google Shape;386;p42"/>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87" name="Google Shape;387;p42"/>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8" name="Google Shape;388;p42"/>
          <p:cNvSpPr txBox="1"/>
          <p:nvPr>
            <p:ph idx="1" type="body"/>
          </p:nvPr>
        </p:nvSpPr>
        <p:spPr>
          <a:xfrm>
            <a:off x="333900" y="1202400"/>
            <a:ext cx="4060800" cy="2738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10">
    <p:spTree>
      <p:nvGrpSpPr>
        <p:cNvPr id="389" name="Shape 389"/>
        <p:cNvGrpSpPr/>
        <p:nvPr/>
      </p:nvGrpSpPr>
      <p:grpSpPr>
        <a:xfrm>
          <a:off x="0" y="0"/>
          <a:ext cx="0" cy="0"/>
          <a:chOff x="0" y="0"/>
          <a:chExt cx="0" cy="0"/>
        </a:xfrm>
      </p:grpSpPr>
      <p:sp>
        <p:nvSpPr>
          <p:cNvPr id="390" name="Google Shape;390;p43"/>
          <p:cNvSpPr txBox="1"/>
          <p:nvPr>
            <p:ph idx="1" type="subTitle"/>
          </p:nvPr>
        </p:nvSpPr>
        <p:spPr>
          <a:xfrm>
            <a:off x="317500" y="12514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1" name="Google Shape;391;p43"/>
          <p:cNvSpPr txBox="1"/>
          <p:nvPr>
            <p:ph idx="2" type="subTitle"/>
          </p:nvPr>
        </p:nvSpPr>
        <p:spPr>
          <a:xfrm>
            <a:off x="4421675" y="12514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2" name="Google Shape;392;p43"/>
          <p:cNvSpPr txBox="1"/>
          <p:nvPr>
            <p:ph idx="3" type="subTitle"/>
          </p:nvPr>
        </p:nvSpPr>
        <p:spPr>
          <a:xfrm>
            <a:off x="317500" y="23000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3" name="Google Shape;393;p43"/>
          <p:cNvSpPr txBox="1"/>
          <p:nvPr>
            <p:ph idx="4" type="subTitle"/>
          </p:nvPr>
        </p:nvSpPr>
        <p:spPr>
          <a:xfrm>
            <a:off x="4421675" y="23000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4" name="Google Shape;394;p43"/>
          <p:cNvSpPr txBox="1"/>
          <p:nvPr>
            <p:ph idx="5" type="subTitle"/>
          </p:nvPr>
        </p:nvSpPr>
        <p:spPr>
          <a:xfrm>
            <a:off x="317500" y="33486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5" name="Google Shape;395;p43"/>
          <p:cNvSpPr txBox="1"/>
          <p:nvPr>
            <p:ph idx="6" type="subTitle"/>
          </p:nvPr>
        </p:nvSpPr>
        <p:spPr>
          <a:xfrm>
            <a:off x="4421675" y="33486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6" name="Google Shape;396;p43"/>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97" name="Google Shape;397;p43"/>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98" name="Google Shape;398;p43"/>
          <p:cNvSpPr/>
          <p:nvPr/>
        </p:nvSpPr>
        <p:spPr>
          <a:xfrm>
            <a:off x="298300" y="301050"/>
            <a:ext cx="5585100" cy="606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99" name="Google Shape;399;p43"/>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11">
    <p:spTree>
      <p:nvGrpSpPr>
        <p:cNvPr id="400" name="Shape 400"/>
        <p:cNvGrpSpPr/>
        <p:nvPr/>
      </p:nvGrpSpPr>
      <p:grpSpPr>
        <a:xfrm>
          <a:off x="0" y="0"/>
          <a:ext cx="0" cy="0"/>
          <a:chOff x="0" y="0"/>
          <a:chExt cx="0" cy="0"/>
        </a:xfrm>
      </p:grpSpPr>
      <p:sp>
        <p:nvSpPr>
          <p:cNvPr id="401" name="Google Shape;401;p44"/>
          <p:cNvSpPr/>
          <p:nvPr/>
        </p:nvSpPr>
        <p:spPr>
          <a:xfrm>
            <a:off x="292600" y="1214724"/>
            <a:ext cx="4239000" cy="25014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02" name="Google Shape;402;p44"/>
          <p:cNvSpPr/>
          <p:nvPr>
            <p:ph idx="2" type="pic"/>
          </p:nvPr>
        </p:nvSpPr>
        <p:spPr>
          <a:xfrm>
            <a:off x="4531775" y="1221524"/>
            <a:ext cx="4302600" cy="3635100"/>
          </a:xfrm>
          <a:prstGeom prst="rect">
            <a:avLst/>
          </a:prstGeom>
          <a:noFill/>
          <a:ln cap="flat" cmpd="sng" w="19050">
            <a:solidFill>
              <a:schemeClr val="dk1"/>
            </a:solidFill>
            <a:prstDash val="solid"/>
            <a:round/>
            <a:headEnd len="sm" w="sm" type="none"/>
            <a:tailEnd len="sm" w="sm" type="none"/>
          </a:ln>
        </p:spPr>
      </p:sp>
      <p:sp>
        <p:nvSpPr>
          <p:cNvPr id="403" name="Google Shape;403;p44"/>
          <p:cNvSpPr txBox="1"/>
          <p:nvPr>
            <p:ph idx="1" type="body"/>
          </p:nvPr>
        </p:nvSpPr>
        <p:spPr>
          <a:xfrm>
            <a:off x="340319" y="1261074"/>
            <a:ext cx="4061400" cy="2408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4" name="Google Shape;404;p44"/>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05" name="Google Shape;405;p44"/>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06" name="Google Shape;406;p44"/>
          <p:cNvSpPr/>
          <p:nvPr/>
        </p:nvSpPr>
        <p:spPr>
          <a:xfrm>
            <a:off x="298300" y="301050"/>
            <a:ext cx="5585100" cy="606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07" name="Google Shape;407;p44"/>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2">
    <p:spTree>
      <p:nvGrpSpPr>
        <p:cNvPr id="408" name="Shape 408"/>
        <p:cNvGrpSpPr/>
        <p:nvPr/>
      </p:nvGrpSpPr>
      <p:grpSpPr>
        <a:xfrm>
          <a:off x="0" y="0"/>
          <a:ext cx="0" cy="0"/>
          <a:chOff x="0" y="0"/>
          <a:chExt cx="0" cy="0"/>
        </a:xfrm>
      </p:grpSpPr>
      <p:sp>
        <p:nvSpPr>
          <p:cNvPr id="409" name="Google Shape;409;p45"/>
          <p:cNvSpPr/>
          <p:nvPr/>
        </p:nvSpPr>
        <p:spPr>
          <a:xfrm>
            <a:off x="290556" y="1213300"/>
            <a:ext cx="40176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10" name="Google Shape;410;p45"/>
          <p:cNvSpPr txBox="1"/>
          <p:nvPr>
            <p:ph idx="1" type="body"/>
          </p:nvPr>
        </p:nvSpPr>
        <p:spPr>
          <a:xfrm>
            <a:off x="416145" y="2078725"/>
            <a:ext cx="37665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1" name="Google Shape;411;p45"/>
          <p:cNvSpPr/>
          <p:nvPr/>
        </p:nvSpPr>
        <p:spPr>
          <a:xfrm>
            <a:off x="4308218" y="1213300"/>
            <a:ext cx="4017600" cy="3260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12" name="Google Shape;412;p45"/>
          <p:cNvSpPr txBox="1"/>
          <p:nvPr>
            <p:ph idx="2" type="body"/>
          </p:nvPr>
        </p:nvSpPr>
        <p:spPr>
          <a:xfrm>
            <a:off x="4433807" y="2078725"/>
            <a:ext cx="37665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3" name="Google Shape;413;p45"/>
          <p:cNvSpPr txBox="1"/>
          <p:nvPr>
            <p:ph idx="3" type="subTitle"/>
          </p:nvPr>
        </p:nvSpPr>
        <p:spPr>
          <a:xfrm>
            <a:off x="416145" y="1328375"/>
            <a:ext cx="37665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4" name="Google Shape;414;p45"/>
          <p:cNvSpPr txBox="1"/>
          <p:nvPr>
            <p:ph idx="4" type="subTitle"/>
          </p:nvPr>
        </p:nvSpPr>
        <p:spPr>
          <a:xfrm>
            <a:off x="4433807" y="1328375"/>
            <a:ext cx="37665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5" name="Google Shape;415;p45"/>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16" name="Google Shape;416;p45"/>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17" name="Google Shape;417;p45"/>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18" name="Google Shape;418;p45"/>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13">
    <p:spTree>
      <p:nvGrpSpPr>
        <p:cNvPr id="419" name="Shape 419"/>
        <p:cNvGrpSpPr/>
        <p:nvPr/>
      </p:nvGrpSpPr>
      <p:grpSpPr>
        <a:xfrm>
          <a:off x="0" y="0"/>
          <a:ext cx="0" cy="0"/>
          <a:chOff x="0" y="0"/>
          <a:chExt cx="0" cy="0"/>
        </a:xfrm>
      </p:grpSpPr>
      <p:sp>
        <p:nvSpPr>
          <p:cNvPr id="420" name="Google Shape;420;p46"/>
          <p:cNvSpPr/>
          <p:nvPr/>
        </p:nvSpPr>
        <p:spPr>
          <a:xfrm>
            <a:off x="290556" y="1213300"/>
            <a:ext cx="28455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21" name="Google Shape;421;p46"/>
          <p:cNvSpPr txBox="1"/>
          <p:nvPr>
            <p:ph idx="1" type="body"/>
          </p:nvPr>
        </p:nvSpPr>
        <p:spPr>
          <a:xfrm>
            <a:off x="379498" y="2078725"/>
            <a:ext cx="26673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2" name="Google Shape;422;p46"/>
          <p:cNvSpPr/>
          <p:nvPr/>
        </p:nvSpPr>
        <p:spPr>
          <a:xfrm>
            <a:off x="3135874" y="1213300"/>
            <a:ext cx="2845500" cy="3260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23" name="Google Shape;423;p46"/>
          <p:cNvSpPr txBox="1"/>
          <p:nvPr>
            <p:ph idx="2" type="body"/>
          </p:nvPr>
        </p:nvSpPr>
        <p:spPr>
          <a:xfrm>
            <a:off x="3224816" y="2078725"/>
            <a:ext cx="26673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4" name="Google Shape;424;p46"/>
          <p:cNvSpPr txBox="1"/>
          <p:nvPr>
            <p:ph idx="3" type="subTitle"/>
          </p:nvPr>
        </p:nvSpPr>
        <p:spPr>
          <a:xfrm>
            <a:off x="379498" y="1328375"/>
            <a:ext cx="26673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5" name="Google Shape;425;p46"/>
          <p:cNvSpPr txBox="1"/>
          <p:nvPr>
            <p:ph idx="4" type="subTitle"/>
          </p:nvPr>
        </p:nvSpPr>
        <p:spPr>
          <a:xfrm>
            <a:off x="3224816" y="1328375"/>
            <a:ext cx="26673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6" name="Google Shape;426;p46"/>
          <p:cNvSpPr/>
          <p:nvPr/>
        </p:nvSpPr>
        <p:spPr>
          <a:xfrm>
            <a:off x="5981304" y="1213300"/>
            <a:ext cx="2845500" cy="3260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27" name="Google Shape;427;p46"/>
          <p:cNvSpPr txBox="1"/>
          <p:nvPr>
            <p:ph idx="5" type="body"/>
          </p:nvPr>
        </p:nvSpPr>
        <p:spPr>
          <a:xfrm>
            <a:off x="6070247" y="2078725"/>
            <a:ext cx="26673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8" name="Google Shape;428;p46"/>
          <p:cNvSpPr txBox="1"/>
          <p:nvPr>
            <p:ph idx="6" type="subTitle"/>
          </p:nvPr>
        </p:nvSpPr>
        <p:spPr>
          <a:xfrm>
            <a:off x="6070247" y="1328375"/>
            <a:ext cx="26673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9" name="Google Shape;429;p46"/>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30" name="Google Shape;430;p46"/>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31" name="Google Shape;431;p46"/>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32" name="Google Shape;432;p46"/>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14">
    <p:spTree>
      <p:nvGrpSpPr>
        <p:cNvPr id="433" name="Shape 433"/>
        <p:cNvGrpSpPr/>
        <p:nvPr/>
      </p:nvGrpSpPr>
      <p:grpSpPr>
        <a:xfrm>
          <a:off x="0" y="0"/>
          <a:ext cx="0" cy="0"/>
          <a:chOff x="0" y="0"/>
          <a:chExt cx="0" cy="0"/>
        </a:xfrm>
      </p:grpSpPr>
      <p:sp>
        <p:nvSpPr>
          <p:cNvPr id="434" name="Google Shape;434;p47"/>
          <p:cNvSpPr/>
          <p:nvPr/>
        </p:nvSpPr>
        <p:spPr>
          <a:xfrm>
            <a:off x="292600" y="1213300"/>
            <a:ext cx="21327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35" name="Google Shape;435;p47"/>
          <p:cNvSpPr txBox="1"/>
          <p:nvPr>
            <p:ph idx="1" type="body"/>
          </p:nvPr>
        </p:nvSpPr>
        <p:spPr>
          <a:xfrm>
            <a:off x="388220" y="2064025"/>
            <a:ext cx="19338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6" name="Google Shape;436;p47"/>
          <p:cNvSpPr/>
          <p:nvPr/>
        </p:nvSpPr>
        <p:spPr>
          <a:xfrm>
            <a:off x="2425130" y="1213300"/>
            <a:ext cx="2132700" cy="3260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37" name="Google Shape;437;p47"/>
          <p:cNvSpPr txBox="1"/>
          <p:nvPr>
            <p:ph idx="2" type="body"/>
          </p:nvPr>
        </p:nvSpPr>
        <p:spPr>
          <a:xfrm>
            <a:off x="2524606" y="2073825"/>
            <a:ext cx="19338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8" name="Google Shape;438;p47"/>
          <p:cNvSpPr txBox="1"/>
          <p:nvPr>
            <p:ph idx="3" type="subTitle"/>
          </p:nvPr>
        </p:nvSpPr>
        <p:spPr>
          <a:xfrm>
            <a:off x="395987" y="1313675"/>
            <a:ext cx="19338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9" name="Google Shape;439;p47"/>
          <p:cNvSpPr txBox="1"/>
          <p:nvPr>
            <p:ph idx="4" type="subTitle"/>
          </p:nvPr>
        </p:nvSpPr>
        <p:spPr>
          <a:xfrm>
            <a:off x="2524607" y="1323475"/>
            <a:ext cx="19338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0" name="Google Shape;440;p47"/>
          <p:cNvSpPr/>
          <p:nvPr/>
        </p:nvSpPr>
        <p:spPr>
          <a:xfrm>
            <a:off x="4557594" y="1213300"/>
            <a:ext cx="2132700" cy="3260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41" name="Google Shape;441;p47"/>
          <p:cNvSpPr txBox="1"/>
          <p:nvPr>
            <p:ph idx="5" type="body"/>
          </p:nvPr>
        </p:nvSpPr>
        <p:spPr>
          <a:xfrm>
            <a:off x="4657139" y="2073825"/>
            <a:ext cx="19338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2" name="Google Shape;442;p47"/>
          <p:cNvSpPr/>
          <p:nvPr/>
        </p:nvSpPr>
        <p:spPr>
          <a:xfrm>
            <a:off x="6690125" y="1213300"/>
            <a:ext cx="2132700" cy="3260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43" name="Google Shape;443;p47"/>
          <p:cNvSpPr txBox="1"/>
          <p:nvPr>
            <p:ph idx="6" type="body"/>
          </p:nvPr>
        </p:nvSpPr>
        <p:spPr>
          <a:xfrm>
            <a:off x="6789589" y="2073825"/>
            <a:ext cx="19338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4" name="Google Shape;444;p47"/>
          <p:cNvSpPr txBox="1"/>
          <p:nvPr>
            <p:ph idx="7" type="subTitle"/>
          </p:nvPr>
        </p:nvSpPr>
        <p:spPr>
          <a:xfrm>
            <a:off x="4657140" y="1323475"/>
            <a:ext cx="19338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5" name="Google Shape;445;p47"/>
          <p:cNvSpPr txBox="1"/>
          <p:nvPr>
            <p:ph idx="8" type="subTitle"/>
          </p:nvPr>
        </p:nvSpPr>
        <p:spPr>
          <a:xfrm>
            <a:off x="6789588" y="1323475"/>
            <a:ext cx="19338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6" name="Google Shape;446;p47"/>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47" name="Google Shape;447;p47"/>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48" name="Google Shape;448;p47"/>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49" name="Google Shape;449;p47"/>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15">
    <p:spTree>
      <p:nvGrpSpPr>
        <p:cNvPr id="450" name="Shape 450"/>
        <p:cNvGrpSpPr/>
        <p:nvPr/>
      </p:nvGrpSpPr>
      <p:grpSpPr>
        <a:xfrm>
          <a:off x="0" y="0"/>
          <a:ext cx="0" cy="0"/>
          <a:chOff x="0" y="0"/>
          <a:chExt cx="0" cy="0"/>
        </a:xfrm>
      </p:grpSpPr>
      <p:sp>
        <p:nvSpPr>
          <p:cNvPr id="451" name="Google Shape;451;p48"/>
          <p:cNvSpPr/>
          <p:nvPr>
            <p:ph idx="2" type="pic"/>
          </p:nvPr>
        </p:nvSpPr>
        <p:spPr>
          <a:xfrm>
            <a:off x="332000" y="1102925"/>
            <a:ext cx="6915000" cy="3725400"/>
          </a:xfrm>
          <a:prstGeom prst="rect">
            <a:avLst/>
          </a:prstGeom>
          <a:noFill/>
          <a:ln cap="flat" cmpd="sng" w="19050">
            <a:solidFill>
              <a:schemeClr val="dk1"/>
            </a:solidFill>
            <a:prstDash val="solid"/>
            <a:round/>
            <a:headEnd len="sm" w="sm" type="none"/>
            <a:tailEnd len="sm" w="sm" type="none"/>
          </a:ln>
        </p:spPr>
      </p:sp>
      <p:sp>
        <p:nvSpPr>
          <p:cNvPr id="452" name="Google Shape;452;p48"/>
          <p:cNvSpPr/>
          <p:nvPr/>
        </p:nvSpPr>
        <p:spPr>
          <a:xfrm>
            <a:off x="7236337" y="1102925"/>
            <a:ext cx="1097400" cy="4605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53" name="Google Shape;453;p48"/>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54" name="Google Shape;454;p48"/>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55" name="Google Shape;455;p48"/>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56" name="Google Shape;456;p48"/>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6">
    <p:spTree>
      <p:nvGrpSpPr>
        <p:cNvPr id="457" name="Shape 457"/>
        <p:cNvGrpSpPr/>
        <p:nvPr/>
      </p:nvGrpSpPr>
      <p:grpSpPr>
        <a:xfrm>
          <a:off x="0" y="0"/>
          <a:ext cx="0" cy="0"/>
          <a:chOff x="0" y="0"/>
          <a:chExt cx="0" cy="0"/>
        </a:xfrm>
      </p:grpSpPr>
      <p:sp>
        <p:nvSpPr>
          <p:cNvPr id="458" name="Google Shape;458;p49"/>
          <p:cNvSpPr/>
          <p:nvPr/>
        </p:nvSpPr>
        <p:spPr>
          <a:xfrm>
            <a:off x="299641" y="301944"/>
            <a:ext cx="2757300" cy="10122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59" name="Google Shape;459;p49"/>
          <p:cNvSpPr/>
          <p:nvPr/>
        </p:nvSpPr>
        <p:spPr>
          <a:xfrm>
            <a:off x="298987" y="3164944"/>
            <a:ext cx="2763300" cy="1683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60" name="Google Shape;460;p49"/>
          <p:cNvSpPr txBox="1"/>
          <p:nvPr>
            <p:ph type="title"/>
          </p:nvPr>
        </p:nvSpPr>
        <p:spPr>
          <a:xfrm>
            <a:off x="276860" y="334005"/>
            <a:ext cx="2729700" cy="11349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1" name="Google Shape;461;p49"/>
          <p:cNvSpPr txBox="1"/>
          <p:nvPr>
            <p:ph idx="1" type="subTitle"/>
          </p:nvPr>
        </p:nvSpPr>
        <p:spPr>
          <a:xfrm>
            <a:off x="335627" y="3143713"/>
            <a:ext cx="2723100" cy="54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2" name="Google Shape;462;p49"/>
          <p:cNvSpPr/>
          <p:nvPr/>
        </p:nvSpPr>
        <p:spPr>
          <a:xfrm>
            <a:off x="3055339" y="3164944"/>
            <a:ext cx="2757300" cy="16836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63" name="Google Shape;463;p49"/>
          <p:cNvSpPr/>
          <p:nvPr>
            <p:ph idx="2" type="pic"/>
          </p:nvPr>
        </p:nvSpPr>
        <p:spPr>
          <a:xfrm>
            <a:off x="305510" y="1313560"/>
            <a:ext cx="2746200" cy="1841700"/>
          </a:xfrm>
          <a:prstGeom prst="rect">
            <a:avLst/>
          </a:prstGeom>
          <a:noFill/>
          <a:ln cap="flat" cmpd="sng" w="19050">
            <a:solidFill>
              <a:schemeClr val="dk1"/>
            </a:solidFill>
            <a:prstDash val="solid"/>
            <a:round/>
            <a:headEnd len="sm" w="sm" type="none"/>
            <a:tailEnd len="sm" w="sm" type="none"/>
          </a:ln>
        </p:spPr>
      </p:sp>
      <p:sp>
        <p:nvSpPr>
          <p:cNvPr id="464" name="Google Shape;464;p49"/>
          <p:cNvSpPr txBox="1"/>
          <p:nvPr>
            <p:ph idx="3" type="subTitle"/>
          </p:nvPr>
        </p:nvSpPr>
        <p:spPr>
          <a:xfrm>
            <a:off x="3085572" y="3143713"/>
            <a:ext cx="2723100" cy="54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5" name="Google Shape;465;p49"/>
          <p:cNvSpPr txBox="1"/>
          <p:nvPr>
            <p:ph idx="4" type="body"/>
          </p:nvPr>
        </p:nvSpPr>
        <p:spPr>
          <a:xfrm>
            <a:off x="329783" y="3743746"/>
            <a:ext cx="2697000" cy="1095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6" name="Google Shape;466;p49"/>
          <p:cNvSpPr txBox="1"/>
          <p:nvPr>
            <p:ph idx="5" type="body"/>
          </p:nvPr>
        </p:nvSpPr>
        <p:spPr>
          <a:xfrm>
            <a:off x="3088466" y="3743746"/>
            <a:ext cx="2697000" cy="1095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7" name="Google Shape;467;p49"/>
          <p:cNvSpPr/>
          <p:nvPr/>
        </p:nvSpPr>
        <p:spPr>
          <a:xfrm>
            <a:off x="3062463" y="809593"/>
            <a:ext cx="1136400" cy="5037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68" name="Google Shape;468;p49"/>
          <p:cNvSpPr/>
          <p:nvPr>
            <p:ph idx="6" type="pic"/>
          </p:nvPr>
        </p:nvSpPr>
        <p:spPr>
          <a:xfrm>
            <a:off x="3063994" y="1313560"/>
            <a:ext cx="2746200" cy="1841700"/>
          </a:xfrm>
          <a:prstGeom prst="rect">
            <a:avLst/>
          </a:prstGeom>
          <a:noFill/>
          <a:ln cap="flat" cmpd="sng" w="19050">
            <a:solidFill>
              <a:schemeClr val="dk1"/>
            </a:solidFill>
            <a:prstDash val="solid"/>
            <a:round/>
            <a:headEnd len="sm" w="sm" type="none"/>
            <a:tailEnd len="sm" w="sm" type="none"/>
          </a:ln>
        </p:spPr>
      </p:sp>
      <p:sp>
        <p:nvSpPr>
          <p:cNvPr id="469" name="Google Shape;469;p49"/>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70" name="Google Shape;470;p49"/>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17">
    <p:spTree>
      <p:nvGrpSpPr>
        <p:cNvPr id="471" name="Shape 471"/>
        <p:cNvGrpSpPr/>
        <p:nvPr/>
      </p:nvGrpSpPr>
      <p:grpSpPr>
        <a:xfrm>
          <a:off x="0" y="0"/>
          <a:ext cx="0" cy="0"/>
          <a:chOff x="0" y="0"/>
          <a:chExt cx="0" cy="0"/>
        </a:xfrm>
      </p:grpSpPr>
      <p:sp>
        <p:nvSpPr>
          <p:cNvPr id="472" name="Google Shape;472;p50"/>
          <p:cNvSpPr/>
          <p:nvPr/>
        </p:nvSpPr>
        <p:spPr>
          <a:xfrm>
            <a:off x="298192" y="301228"/>
            <a:ext cx="2757300" cy="10122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73" name="Google Shape;473;p50"/>
          <p:cNvSpPr/>
          <p:nvPr/>
        </p:nvSpPr>
        <p:spPr>
          <a:xfrm>
            <a:off x="297538" y="3164228"/>
            <a:ext cx="2763300" cy="1683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74" name="Google Shape;474;p50"/>
          <p:cNvSpPr txBox="1"/>
          <p:nvPr>
            <p:ph idx="1" type="subTitle"/>
          </p:nvPr>
        </p:nvSpPr>
        <p:spPr>
          <a:xfrm>
            <a:off x="334178" y="3142997"/>
            <a:ext cx="2723100" cy="54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5" name="Google Shape;475;p50"/>
          <p:cNvSpPr/>
          <p:nvPr/>
        </p:nvSpPr>
        <p:spPr>
          <a:xfrm>
            <a:off x="3053889" y="3164228"/>
            <a:ext cx="2757300" cy="16836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76" name="Google Shape;476;p50"/>
          <p:cNvSpPr txBox="1"/>
          <p:nvPr>
            <p:ph type="title"/>
          </p:nvPr>
        </p:nvSpPr>
        <p:spPr>
          <a:xfrm>
            <a:off x="276860" y="334005"/>
            <a:ext cx="2729700" cy="11349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77" name="Google Shape;477;p50"/>
          <p:cNvSpPr/>
          <p:nvPr>
            <p:ph idx="2" type="pic"/>
          </p:nvPr>
        </p:nvSpPr>
        <p:spPr>
          <a:xfrm>
            <a:off x="304061" y="1312844"/>
            <a:ext cx="2746200" cy="1841700"/>
          </a:xfrm>
          <a:prstGeom prst="rect">
            <a:avLst/>
          </a:prstGeom>
          <a:noFill/>
          <a:ln cap="flat" cmpd="sng" w="19050">
            <a:solidFill>
              <a:schemeClr val="dk1"/>
            </a:solidFill>
            <a:prstDash val="solid"/>
            <a:round/>
            <a:headEnd len="sm" w="sm" type="none"/>
            <a:tailEnd len="sm" w="sm" type="none"/>
          </a:ln>
        </p:spPr>
      </p:sp>
      <p:sp>
        <p:nvSpPr>
          <p:cNvPr id="478" name="Google Shape;478;p50"/>
          <p:cNvSpPr txBox="1"/>
          <p:nvPr>
            <p:ph idx="3" type="subTitle"/>
          </p:nvPr>
        </p:nvSpPr>
        <p:spPr>
          <a:xfrm>
            <a:off x="3084123" y="3142997"/>
            <a:ext cx="2723100" cy="54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9" name="Google Shape;479;p50"/>
          <p:cNvSpPr txBox="1"/>
          <p:nvPr>
            <p:ph idx="4" type="body"/>
          </p:nvPr>
        </p:nvSpPr>
        <p:spPr>
          <a:xfrm>
            <a:off x="328334" y="3743030"/>
            <a:ext cx="2697000" cy="1095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0" name="Google Shape;480;p50"/>
          <p:cNvSpPr txBox="1"/>
          <p:nvPr>
            <p:ph idx="5" type="body"/>
          </p:nvPr>
        </p:nvSpPr>
        <p:spPr>
          <a:xfrm>
            <a:off x="3087016" y="3743030"/>
            <a:ext cx="2697000" cy="1095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1" name="Google Shape;481;p50"/>
          <p:cNvSpPr/>
          <p:nvPr/>
        </p:nvSpPr>
        <p:spPr>
          <a:xfrm>
            <a:off x="3061014" y="808877"/>
            <a:ext cx="1136400" cy="5037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82" name="Google Shape;482;p50"/>
          <p:cNvSpPr/>
          <p:nvPr>
            <p:ph idx="6" type="pic"/>
          </p:nvPr>
        </p:nvSpPr>
        <p:spPr>
          <a:xfrm>
            <a:off x="3062545" y="1312844"/>
            <a:ext cx="2746200" cy="1841700"/>
          </a:xfrm>
          <a:prstGeom prst="rect">
            <a:avLst/>
          </a:prstGeom>
          <a:noFill/>
          <a:ln cap="flat" cmpd="sng" w="19050">
            <a:solidFill>
              <a:schemeClr val="dk1"/>
            </a:solidFill>
            <a:prstDash val="solid"/>
            <a:round/>
            <a:headEnd len="sm" w="sm" type="none"/>
            <a:tailEnd len="sm" w="sm" type="none"/>
          </a:ln>
        </p:spPr>
      </p:sp>
      <p:sp>
        <p:nvSpPr>
          <p:cNvPr id="483" name="Google Shape;483;p50"/>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84" name="Google Shape;484;p50"/>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85" name="Google Shape;485;p50"/>
          <p:cNvSpPr/>
          <p:nvPr/>
        </p:nvSpPr>
        <p:spPr>
          <a:xfrm>
            <a:off x="5811189" y="3164228"/>
            <a:ext cx="2757300" cy="1683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86" name="Google Shape;486;p50"/>
          <p:cNvSpPr txBox="1"/>
          <p:nvPr>
            <p:ph idx="7" type="subTitle"/>
          </p:nvPr>
        </p:nvSpPr>
        <p:spPr>
          <a:xfrm>
            <a:off x="5841423" y="3142997"/>
            <a:ext cx="2723100" cy="54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7" name="Google Shape;487;p50"/>
          <p:cNvSpPr txBox="1"/>
          <p:nvPr>
            <p:ph idx="8" type="body"/>
          </p:nvPr>
        </p:nvSpPr>
        <p:spPr>
          <a:xfrm>
            <a:off x="5844316" y="3743030"/>
            <a:ext cx="2697000" cy="1095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8" name="Google Shape;488;p50"/>
          <p:cNvSpPr/>
          <p:nvPr>
            <p:ph idx="9" type="pic"/>
          </p:nvPr>
        </p:nvSpPr>
        <p:spPr>
          <a:xfrm>
            <a:off x="5819845" y="1312844"/>
            <a:ext cx="2746200" cy="1841700"/>
          </a:xfrm>
          <a:prstGeom prst="rect">
            <a:avLst/>
          </a:prstGeom>
          <a:noFill/>
          <a:ln cap="flat" cmpd="sng" w="19050">
            <a:solidFill>
              <a:schemeClr val="dk1"/>
            </a:solidFill>
            <a:prstDash val="solid"/>
            <a:round/>
            <a:headEnd len="sm" w="sm" type="none"/>
            <a:tailEnd len="sm" w="sm" type="none"/>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18">
    <p:spTree>
      <p:nvGrpSpPr>
        <p:cNvPr id="489" name="Shape 489"/>
        <p:cNvGrpSpPr/>
        <p:nvPr/>
      </p:nvGrpSpPr>
      <p:grpSpPr>
        <a:xfrm>
          <a:off x="0" y="0"/>
          <a:ext cx="0" cy="0"/>
          <a:chOff x="0" y="0"/>
          <a:chExt cx="0" cy="0"/>
        </a:xfrm>
      </p:grpSpPr>
      <p:sp>
        <p:nvSpPr>
          <p:cNvPr id="490" name="Google Shape;490;p51"/>
          <p:cNvSpPr/>
          <p:nvPr>
            <p:ph idx="2" type="pic"/>
          </p:nvPr>
        </p:nvSpPr>
        <p:spPr>
          <a:xfrm>
            <a:off x="317500" y="1104900"/>
            <a:ext cx="8521800" cy="3733800"/>
          </a:xfrm>
          <a:prstGeom prst="rect">
            <a:avLst/>
          </a:prstGeom>
          <a:noFill/>
          <a:ln cap="flat" cmpd="sng" w="19050">
            <a:solidFill>
              <a:schemeClr val="dk1"/>
            </a:solidFill>
            <a:prstDash val="solid"/>
            <a:round/>
            <a:headEnd len="sm" w="sm" type="none"/>
            <a:tailEnd len="sm" w="sm" type="none"/>
          </a:ln>
        </p:spPr>
      </p:sp>
      <p:sp>
        <p:nvSpPr>
          <p:cNvPr id="491" name="Google Shape;491;p51"/>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92" name="Google Shape;492;p51"/>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19">
    <p:spTree>
      <p:nvGrpSpPr>
        <p:cNvPr id="493" name="Shape 493"/>
        <p:cNvGrpSpPr/>
        <p:nvPr/>
      </p:nvGrpSpPr>
      <p:grpSpPr>
        <a:xfrm>
          <a:off x="0" y="0"/>
          <a:ext cx="0" cy="0"/>
          <a:chOff x="0" y="0"/>
          <a:chExt cx="0" cy="0"/>
        </a:xfrm>
      </p:grpSpPr>
      <p:sp>
        <p:nvSpPr>
          <p:cNvPr id="494" name="Google Shape;494;p52"/>
          <p:cNvSpPr/>
          <p:nvPr>
            <p:ph idx="2" type="pic"/>
          </p:nvPr>
        </p:nvSpPr>
        <p:spPr>
          <a:xfrm>
            <a:off x="340412" y="3044150"/>
            <a:ext cx="2087400" cy="1769100"/>
          </a:xfrm>
          <a:prstGeom prst="rect">
            <a:avLst/>
          </a:prstGeom>
          <a:noFill/>
          <a:ln cap="flat" cmpd="sng" w="19050">
            <a:solidFill>
              <a:schemeClr val="dk1"/>
            </a:solidFill>
            <a:prstDash val="solid"/>
            <a:round/>
            <a:headEnd len="sm" w="sm" type="none"/>
            <a:tailEnd len="sm" w="sm" type="none"/>
          </a:ln>
        </p:spPr>
      </p:sp>
      <p:sp>
        <p:nvSpPr>
          <p:cNvPr id="495" name="Google Shape;495;p52"/>
          <p:cNvSpPr/>
          <p:nvPr>
            <p:ph idx="3" type="pic"/>
          </p:nvPr>
        </p:nvSpPr>
        <p:spPr>
          <a:xfrm>
            <a:off x="5649300" y="3044303"/>
            <a:ext cx="1190100" cy="1769100"/>
          </a:xfrm>
          <a:prstGeom prst="rect">
            <a:avLst/>
          </a:prstGeom>
          <a:noFill/>
          <a:ln cap="flat" cmpd="sng" w="19050">
            <a:solidFill>
              <a:schemeClr val="dk1"/>
            </a:solidFill>
            <a:prstDash val="solid"/>
            <a:round/>
            <a:headEnd len="sm" w="sm" type="none"/>
            <a:tailEnd len="sm" w="sm" type="none"/>
          </a:ln>
        </p:spPr>
      </p:sp>
      <p:sp>
        <p:nvSpPr>
          <p:cNvPr id="496" name="Google Shape;496;p52"/>
          <p:cNvSpPr/>
          <p:nvPr>
            <p:ph idx="4" type="pic"/>
          </p:nvPr>
        </p:nvSpPr>
        <p:spPr>
          <a:xfrm>
            <a:off x="340400" y="1690778"/>
            <a:ext cx="1416300" cy="1338000"/>
          </a:xfrm>
          <a:prstGeom prst="rect">
            <a:avLst/>
          </a:prstGeom>
          <a:noFill/>
          <a:ln cap="flat" cmpd="sng" w="19050">
            <a:solidFill>
              <a:schemeClr val="dk1"/>
            </a:solidFill>
            <a:prstDash val="solid"/>
            <a:round/>
            <a:headEnd len="sm" w="sm" type="none"/>
            <a:tailEnd len="sm" w="sm" type="none"/>
          </a:ln>
        </p:spPr>
      </p:sp>
      <p:sp>
        <p:nvSpPr>
          <p:cNvPr id="497" name="Google Shape;497;p52"/>
          <p:cNvSpPr/>
          <p:nvPr>
            <p:ph idx="5" type="pic"/>
          </p:nvPr>
        </p:nvSpPr>
        <p:spPr>
          <a:xfrm>
            <a:off x="2443047" y="3044052"/>
            <a:ext cx="1190100" cy="1322700"/>
          </a:xfrm>
          <a:prstGeom prst="rect">
            <a:avLst/>
          </a:prstGeom>
          <a:noFill/>
          <a:ln cap="flat" cmpd="sng" w="19050">
            <a:solidFill>
              <a:schemeClr val="dk1"/>
            </a:solidFill>
            <a:prstDash val="solid"/>
            <a:round/>
            <a:headEnd len="sm" w="sm" type="none"/>
            <a:tailEnd len="sm" w="sm" type="none"/>
          </a:ln>
        </p:spPr>
      </p:sp>
      <p:sp>
        <p:nvSpPr>
          <p:cNvPr id="498" name="Google Shape;498;p52"/>
          <p:cNvSpPr/>
          <p:nvPr>
            <p:ph idx="6" type="pic"/>
          </p:nvPr>
        </p:nvSpPr>
        <p:spPr>
          <a:xfrm>
            <a:off x="3648504" y="3044048"/>
            <a:ext cx="1991100" cy="1769100"/>
          </a:xfrm>
          <a:prstGeom prst="rect">
            <a:avLst/>
          </a:prstGeom>
          <a:noFill/>
          <a:ln cap="flat" cmpd="sng" w="19050">
            <a:solidFill>
              <a:schemeClr val="dk1"/>
            </a:solidFill>
            <a:prstDash val="solid"/>
            <a:round/>
            <a:headEnd len="sm" w="sm" type="none"/>
            <a:tailEnd len="sm" w="sm" type="none"/>
          </a:ln>
        </p:spPr>
      </p:sp>
      <p:sp>
        <p:nvSpPr>
          <p:cNvPr id="499" name="Google Shape;499;p52"/>
          <p:cNvSpPr/>
          <p:nvPr>
            <p:ph idx="7" type="pic"/>
          </p:nvPr>
        </p:nvSpPr>
        <p:spPr>
          <a:xfrm>
            <a:off x="1767376" y="1263050"/>
            <a:ext cx="1881300" cy="1769100"/>
          </a:xfrm>
          <a:prstGeom prst="rect">
            <a:avLst/>
          </a:prstGeom>
          <a:noFill/>
          <a:ln cap="flat" cmpd="sng" w="19050">
            <a:solidFill>
              <a:schemeClr val="dk1"/>
            </a:solidFill>
            <a:prstDash val="solid"/>
            <a:round/>
            <a:headEnd len="sm" w="sm" type="none"/>
            <a:tailEnd len="sm" w="sm" type="none"/>
          </a:ln>
        </p:spPr>
      </p:sp>
      <p:sp>
        <p:nvSpPr>
          <p:cNvPr id="500" name="Google Shape;500;p52"/>
          <p:cNvSpPr/>
          <p:nvPr>
            <p:ph idx="8" type="pic"/>
          </p:nvPr>
        </p:nvSpPr>
        <p:spPr>
          <a:xfrm>
            <a:off x="3648523" y="1263050"/>
            <a:ext cx="1592400" cy="1769100"/>
          </a:xfrm>
          <a:prstGeom prst="rect">
            <a:avLst/>
          </a:prstGeom>
          <a:noFill/>
          <a:ln cap="flat" cmpd="sng" w="19050">
            <a:solidFill>
              <a:schemeClr val="dk1"/>
            </a:solidFill>
            <a:prstDash val="solid"/>
            <a:round/>
            <a:headEnd len="sm" w="sm" type="none"/>
            <a:tailEnd len="sm" w="sm" type="none"/>
          </a:ln>
        </p:spPr>
      </p:sp>
      <p:sp>
        <p:nvSpPr>
          <p:cNvPr id="501" name="Google Shape;501;p52"/>
          <p:cNvSpPr/>
          <p:nvPr>
            <p:ph idx="9" type="pic"/>
          </p:nvPr>
        </p:nvSpPr>
        <p:spPr>
          <a:xfrm>
            <a:off x="5240654" y="1263050"/>
            <a:ext cx="1598700" cy="1769100"/>
          </a:xfrm>
          <a:prstGeom prst="rect">
            <a:avLst/>
          </a:prstGeom>
          <a:noFill/>
          <a:ln cap="flat" cmpd="sng" w="19050">
            <a:solidFill>
              <a:schemeClr val="dk1"/>
            </a:solidFill>
            <a:prstDash val="solid"/>
            <a:round/>
            <a:headEnd len="sm" w="sm" type="none"/>
            <a:tailEnd len="sm" w="sm" type="none"/>
          </a:ln>
        </p:spPr>
      </p:sp>
      <p:sp>
        <p:nvSpPr>
          <p:cNvPr id="502" name="Google Shape;502;p52"/>
          <p:cNvSpPr/>
          <p:nvPr>
            <p:ph idx="13" type="pic"/>
          </p:nvPr>
        </p:nvSpPr>
        <p:spPr>
          <a:xfrm>
            <a:off x="6860149" y="1263050"/>
            <a:ext cx="1962600" cy="3550200"/>
          </a:xfrm>
          <a:prstGeom prst="rect">
            <a:avLst/>
          </a:prstGeom>
          <a:noFill/>
          <a:ln cap="flat" cmpd="sng" w="19050">
            <a:solidFill>
              <a:schemeClr val="dk1"/>
            </a:solidFill>
            <a:prstDash val="solid"/>
            <a:round/>
            <a:headEnd len="sm" w="sm" type="none"/>
            <a:tailEnd len="sm" w="sm" type="none"/>
          </a:ln>
        </p:spPr>
      </p:sp>
      <p:sp>
        <p:nvSpPr>
          <p:cNvPr id="503" name="Google Shape;503;p52"/>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04" name="Google Shape;504;p52"/>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505" name="Google Shape;505;p52"/>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06" name="Google Shape;506;p52"/>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theme" Target="../theme/theme3.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400"/>
              <a:buFont typeface="Lexend"/>
              <a:buNone/>
              <a:defRPr sz="3400">
                <a:solidFill>
                  <a:schemeClr val="dk1"/>
                </a:solidFill>
                <a:latin typeface="Lexend"/>
                <a:ea typeface="Lexend"/>
                <a:cs typeface="Lexend"/>
                <a:sym typeface="Lexend"/>
              </a:defRPr>
            </a:lvl1pPr>
            <a:lvl2pPr lvl="1">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2pPr>
            <a:lvl3pPr lvl="2">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3pPr>
            <a:lvl4pPr lvl="3">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4pPr>
            <a:lvl5pPr lvl="4">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5pPr>
            <a:lvl6pPr lvl="5">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6pPr>
            <a:lvl7pPr lvl="6">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7pPr>
            <a:lvl8pPr lvl="7">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8pPr>
            <a:lvl9pPr lvl="8">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9pPr>
          </a:lstStyle>
          <a:p/>
        </p:txBody>
      </p:sp>
      <p:sp>
        <p:nvSpPr>
          <p:cNvPr id="52" name="Google Shape;52;p13"/>
          <p:cNvSpPr txBox="1"/>
          <p:nvPr>
            <p:ph idx="12" type="sldNum"/>
          </p:nvPr>
        </p:nvSpPr>
        <p:spPr>
          <a:xfrm>
            <a:off x="8500700" y="114300"/>
            <a:ext cx="528900" cy="543300"/>
          </a:xfrm>
          <a:prstGeom prst="rect">
            <a:avLst/>
          </a:prstGeom>
          <a:noFill/>
          <a:ln>
            <a:noFill/>
          </a:ln>
        </p:spPr>
        <p:txBody>
          <a:bodyPr anchorCtr="0" anchor="ctr" bIns="91425" lIns="91425" spcFirstLastPara="1" rIns="91425" wrap="square" tIns="91425">
            <a:noAutofit/>
          </a:bodyPr>
          <a:lstStyle>
            <a:lvl1pPr lvl="0" algn="ctr">
              <a:buNone/>
              <a:defRPr>
                <a:solidFill>
                  <a:schemeClr val="dk2"/>
                </a:solidFill>
                <a:latin typeface="Lexend SemiBold"/>
                <a:ea typeface="Lexend SemiBold"/>
                <a:cs typeface="Lexend SemiBold"/>
                <a:sym typeface="Lexend SemiBold"/>
              </a:defRPr>
            </a:lvl1pPr>
            <a:lvl2pPr lvl="1" algn="ctr">
              <a:buNone/>
              <a:defRPr>
                <a:solidFill>
                  <a:schemeClr val="dk2"/>
                </a:solidFill>
                <a:latin typeface="Lexend SemiBold"/>
                <a:ea typeface="Lexend SemiBold"/>
                <a:cs typeface="Lexend SemiBold"/>
                <a:sym typeface="Lexend SemiBold"/>
              </a:defRPr>
            </a:lvl2pPr>
            <a:lvl3pPr lvl="2" algn="ctr">
              <a:buNone/>
              <a:defRPr>
                <a:solidFill>
                  <a:schemeClr val="dk2"/>
                </a:solidFill>
                <a:latin typeface="Lexend SemiBold"/>
                <a:ea typeface="Lexend SemiBold"/>
                <a:cs typeface="Lexend SemiBold"/>
                <a:sym typeface="Lexend SemiBold"/>
              </a:defRPr>
            </a:lvl3pPr>
            <a:lvl4pPr lvl="3" algn="ctr">
              <a:buNone/>
              <a:defRPr>
                <a:solidFill>
                  <a:schemeClr val="dk2"/>
                </a:solidFill>
                <a:latin typeface="Lexend SemiBold"/>
                <a:ea typeface="Lexend SemiBold"/>
                <a:cs typeface="Lexend SemiBold"/>
                <a:sym typeface="Lexend SemiBold"/>
              </a:defRPr>
            </a:lvl4pPr>
            <a:lvl5pPr lvl="4" algn="ctr">
              <a:buNone/>
              <a:defRPr>
                <a:solidFill>
                  <a:schemeClr val="dk2"/>
                </a:solidFill>
                <a:latin typeface="Lexend SemiBold"/>
                <a:ea typeface="Lexend SemiBold"/>
                <a:cs typeface="Lexend SemiBold"/>
                <a:sym typeface="Lexend SemiBold"/>
              </a:defRPr>
            </a:lvl5pPr>
            <a:lvl6pPr lvl="5" algn="ctr">
              <a:buNone/>
              <a:defRPr>
                <a:solidFill>
                  <a:schemeClr val="dk2"/>
                </a:solidFill>
                <a:latin typeface="Lexend SemiBold"/>
                <a:ea typeface="Lexend SemiBold"/>
                <a:cs typeface="Lexend SemiBold"/>
                <a:sym typeface="Lexend SemiBold"/>
              </a:defRPr>
            </a:lvl6pPr>
            <a:lvl7pPr lvl="6" algn="ctr">
              <a:buNone/>
              <a:defRPr>
                <a:solidFill>
                  <a:schemeClr val="dk2"/>
                </a:solidFill>
                <a:latin typeface="Lexend SemiBold"/>
                <a:ea typeface="Lexend SemiBold"/>
                <a:cs typeface="Lexend SemiBold"/>
                <a:sym typeface="Lexend SemiBold"/>
              </a:defRPr>
            </a:lvl7pPr>
            <a:lvl8pPr lvl="7" algn="ctr">
              <a:buNone/>
              <a:defRPr>
                <a:solidFill>
                  <a:schemeClr val="dk2"/>
                </a:solidFill>
                <a:latin typeface="Lexend SemiBold"/>
                <a:ea typeface="Lexend SemiBold"/>
                <a:cs typeface="Lexend SemiBold"/>
                <a:sym typeface="Lexend SemiBold"/>
              </a:defRPr>
            </a:lvl8pPr>
            <a:lvl9pPr lvl="8" algn="ctr">
              <a:buNone/>
              <a:defRPr>
                <a:solidFill>
                  <a:schemeClr val="dk2"/>
                </a:solidFill>
                <a:latin typeface="Lexend SemiBold"/>
                <a:ea typeface="Lexend SemiBold"/>
                <a:cs typeface="Lexend SemiBold"/>
                <a:sym typeface="Lexend SemiBold"/>
              </a:defRPr>
            </a:lvl9pPr>
          </a:lstStyle>
          <a:p>
            <a:pPr indent="0" lvl="0" marL="0" rtl="0" algn="ctr">
              <a:spcBef>
                <a:spcPts val="0"/>
              </a:spcBef>
              <a:spcAft>
                <a:spcPts val="0"/>
              </a:spcAft>
              <a:buNone/>
            </a:pPr>
            <a:fld id="{00000000-1234-1234-1234-123412341234}" type="slidenum">
              <a:rPr lang="en"/>
              <a:t>‹#›</a:t>
            </a:fld>
            <a:endParaRPr/>
          </a:p>
        </p:txBody>
      </p:sp>
      <p:sp>
        <p:nvSpPr>
          <p:cNvPr id="53" name="Google Shape;53;p13"/>
          <p:cNvSpPr txBox="1"/>
          <p:nvPr>
            <p:ph idx="1" type="body"/>
          </p:nvPr>
        </p:nvSpPr>
        <p:spPr>
          <a:xfrm>
            <a:off x="2614575" y="2355900"/>
            <a:ext cx="5340900" cy="2013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1pPr>
            <a:lvl2pPr indent="-304800" lvl="1" marL="9144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2pPr>
            <a:lvl3pPr indent="-304800" lvl="2" marL="13716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3pPr>
            <a:lvl4pPr indent="-304800" lvl="3" marL="18288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4pPr>
            <a:lvl5pPr indent="-304800" lvl="4" marL="22860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5pPr>
            <a:lvl6pPr indent="-304800" lvl="5" marL="27432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6pPr>
            <a:lvl7pPr indent="-304800" lvl="6" marL="32004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7pPr>
            <a:lvl8pPr indent="-304800" lvl="7" marL="36576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8pPr>
            <a:lvl9pPr indent="-304800" lvl="8" marL="41148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72">
          <p15:clr>
            <a:srgbClr val="E46962"/>
          </p15:clr>
        </p15:guide>
        <p15:guide id="2" pos="738">
          <p15:clr>
            <a:srgbClr val="E46962"/>
          </p15:clr>
        </p15:guide>
        <p15:guide id="3" pos="405">
          <p15:clr>
            <a:srgbClr val="E46962"/>
          </p15:clr>
        </p15:guide>
        <p15:guide id="4" pos="1396">
          <p15:clr>
            <a:srgbClr val="E46962"/>
          </p15:clr>
        </p15:guide>
        <p15:guide id="5" pos="1067">
          <p15:clr>
            <a:srgbClr val="E46962"/>
          </p15:clr>
        </p15:guide>
        <p15:guide id="6" pos="1725">
          <p15:clr>
            <a:srgbClr val="E46962"/>
          </p15:clr>
        </p15:guide>
        <p15:guide id="7" pos="2054">
          <p15:clr>
            <a:srgbClr val="E46962"/>
          </p15:clr>
        </p15:guide>
        <p15:guide id="8" pos="2387">
          <p15:clr>
            <a:srgbClr val="E46962"/>
          </p15:clr>
        </p15:guide>
        <p15:guide id="9" pos="2720">
          <p15:clr>
            <a:srgbClr val="E46962"/>
          </p15:clr>
        </p15:guide>
        <p15:guide id="10" pos="3049">
          <p15:clr>
            <a:srgbClr val="E46962"/>
          </p15:clr>
        </p15:guide>
        <p15:guide id="11" pos="3378">
          <p15:clr>
            <a:srgbClr val="E46962"/>
          </p15:clr>
        </p15:guide>
        <p15:guide id="12" pos="3706">
          <p15:clr>
            <a:srgbClr val="E46962"/>
          </p15:clr>
        </p15:guide>
        <p15:guide id="13" pos="4035">
          <p15:clr>
            <a:srgbClr val="E46962"/>
          </p15:clr>
        </p15:guide>
        <p15:guide id="14" pos="4364">
          <p15:clr>
            <a:srgbClr val="E46962"/>
          </p15:clr>
        </p15:guide>
        <p15:guide id="15" pos="4693">
          <p15:clr>
            <a:srgbClr val="E46962"/>
          </p15:clr>
        </p15:guide>
        <p15:guide id="16" pos="5025">
          <p15:clr>
            <a:srgbClr val="E46962"/>
          </p15:clr>
        </p15:guide>
        <p15:guide id="17" pos="5355">
          <p15:clr>
            <a:srgbClr val="E46962"/>
          </p15:clr>
        </p15:guide>
        <p15:guide id="18" pos="5688">
          <p15:clr>
            <a:srgbClr val="E46962"/>
          </p15:clr>
        </p15:guide>
        <p15:guide id="19" orient="horz" pos="72">
          <p15:clr>
            <a:srgbClr val="E46962"/>
          </p15:clr>
        </p15:guide>
        <p15:guide id="20" orient="horz" pos="417">
          <p15:clr>
            <a:srgbClr val="E46962"/>
          </p15:clr>
        </p15:guide>
        <p15:guide id="21" orient="horz" pos="415">
          <p15:clr>
            <a:srgbClr val="E46962"/>
          </p15:clr>
        </p15:guide>
        <p15:guide id="22" orient="horz" pos="761">
          <p15:clr>
            <a:srgbClr val="E46962"/>
          </p15:clr>
        </p15:guide>
        <p15:guide id="23" orient="horz" pos="1101">
          <p15:clr>
            <a:srgbClr val="E46962"/>
          </p15:clr>
        </p15:guide>
        <p15:guide id="24" orient="horz" pos="1449">
          <p15:clr>
            <a:srgbClr val="E46962"/>
          </p15:clr>
        </p15:guide>
        <p15:guide id="25" orient="horz" pos="1791">
          <p15:clr>
            <a:srgbClr val="E46962"/>
          </p15:clr>
        </p15:guide>
        <p15:guide id="26" orient="horz" pos="2134">
          <p15:clr>
            <a:srgbClr val="E46962"/>
          </p15:clr>
        </p15:guide>
        <p15:guide id="27" orient="horz" pos="2479">
          <p15:clr>
            <a:srgbClr val="E46962"/>
          </p15:clr>
        </p15:guide>
        <p15:guide id="28" orient="horz" pos="2825">
          <p15:clr>
            <a:srgbClr val="E46962"/>
          </p15:clr>
        </p15:guide>
        <p15:guide id="29" orient="horz" pos="3166">
          <p15:clr>
            <a:srgbClr val="E46962"/>
          </p15:clr>
        </p15:guide>
        <p15:guide id="30" pos="184">
          <p15:clr>
            <a:srgbClr val="E46962"/>
          </p15:clr>
        </p15:guide>
        <p15:guide id="31" orient="horz" pos="184">
          <p15:clr>
            <a:srgbClr val="E46962"/>
          </p15:clr>
        </p15:guide>
        <p15:guide id="32" pos="5576">
          <p15:clr>
            <a:srgbClr val="E46962"/>
          </p15:clr>
        </p15:guide>
        <p15:guide id="33" orient="horz" pos="1620">
          <p15:clr>
            <a:srgbClr val="E46962"/>
          </p15:clr>
        </p15:guide>
        <p15:guide id="34" orient="horz" pos="1716">
          <p15:clr>
            <a:srgbClr val="E46962"/>
          </p15:clr>
        </p15:guide>
        <p15:guide id="35" orient="horz" pos="3059">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3"/>
          <p:cNvSpPr txBox="1"/>
          <p:nvPr>
            <p:ph type="title"/>
          </p:nvPr>
        </p:nvSpPr>
        <p:spPr>
          <a:xfrm>
            <a:off x="671825" y="727744"/>
            <a:ext cx="3117600" cy="12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Kaylee Neff, </a:t>
            </a:r>
            <a:r>
              <a:rPr lang="en" sz="1700">
                <a:solidFill>
                  <a:srgbClr val="1F1F1F"/>
                </a:solidFill>
              </a:rPr>
              <a:t>María Auxiliadora Checa Prieto, Maximus Fiumera, and Michael McCarthy</a:t>
            </a:r>
            <a:endParaRPr sz="1700"/>
          </a:p>
        </p:txBody>
      </p:sp>
      <p:sp>
        <p:nvSpPr>
          <p:cNvPr id="512" name="Google Shape;512;p53"/>
          <p:cNvSpPr txBox="1"/>
          <p:nvPr>
            <p:ph idx="2" type="title"/>
          </p:nvPr>
        </p:nvSpPr>
        <p:spPr>
          <a:xfrm>
            <a:off x="2258050" y="1800075"/>
            <a:ext cx="4623900" cy="22197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 sz="2600">
                <a:solidFill>
                  <a:srgbClr val="000000"/>
                </a:solidFill>
              </a:rPr>
              <a:t>The Rise of Passive Investing and Index Funds</a:t>
            </a:r>
            <a:endParaRPr sz="2600">
              <a:solidFill>
                <a:srgbClr val="000000"/>
              </a:solidFill>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54"/>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a:t>
            </a:r>
            <a:endParaRPr/>
          </a:p>
        </p:txBody>
      </p:sp>
      <p:sp>
        <p:nvSpPr>
          <p:cNvPr id="518" name="Google Shape;518;p54"/>
          <p:cNvSpPr/>
          <p:nvPr/>
        </p:nvSpPr>
        <p:spPr>
          <a:xfrm>
            <a:off x="407100" y="1086000"/>
            <a:ext cx="8415600" cy="32763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19" name="Google Shape;519;p54"/>
          <p:cNvSpPr txBox="1"/>
          <p:nvPr>
            <p:ph type="title"/>
          </p:nvPr>
        </p:nvSpPr>
        <p:spPr>
          <a:xfrm>
            <a:off x="643310" y="1086000"/>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360"/>
              <a:t>What is Passive Investing?</a:t>
            </a:r>
            <a:endParaRPr sz="2360"/>
          </a:p>
        </p:txBody>
      </p:sp>
      <p:sp>
        <p:nvSpPr>
          <p:cNvPr id="520" name="Google Shape;520;p54"/>
          <p:cNvSpPr txBox="1"/>
          <p:nvPr>
            <p:ph type="title"/>
          </p:nvPr>
        </p:nvSpPr>
        <p:spPr>
          <a:xfrm>
            <a:off x="479350" y="1558625"/>
            <a:ext cx="4831500" cy="2463600"/>
          </a:xfrm>
          <a:prstGeom prst="rect">
            <a:avLst/>
          </a:prstGeom>
        </p:spPr>
        <p:txBody>
          <a:bodyPr anchorCtr="0" anchor="t" bIns="91425" lIns="91425" spcFirstLastPara="1" rIns="91425" wrap="square" tIns="91425">
            <a:normAutofit/>
          </a:bodyPr>
          <a:lstStyle/>
          <a:p>
            <a:pPr indent="-307340" lvl="0" marL="457200" rtl="0" algn="l">
              <a:spcBef>
                <a:spcPts val="0"/>
              </a:spcBef>
              <a:spcAft>
                <a:spcPts val="0"/>
              </a:spcAft>
              <a:buSzPts val="1240"/>
              <a:buChar char="●"/>
            </a:pPr>
            <a:r>
              <a:rPr lang="en" sz="1240"/>
              <a:t>Maximize returns by minimizing trading costs</a:t>
            </a:r>
            <a:endParaRPr sz="1240"/>
          </a:p>
          <a:p>
            <a:pPr indent="-307340" lvl="0" marL="457200" rtl="0" algn="l">
              <a:spcBef>
                <a:spcPts val="0"/>
              </a:spcBef>
              <a:spcAft>
                <a:spcPts val="0"/>
              </a:spcAft>
              <a:buSzPts val="1240"/>
              <a:buChar char="●"/>
            </a:pPr>
            <a:r>
              <a:rPr lang="en" sz="1240"/>
              <a:t>Goal: match market performance, not beat it</a:t>
            </a:r>
            <a:endParaRPr sz="1240"/>
          </a:p>
          <a:p>
            <a:pPr indent="0" lvl="0" marL="0" rtl="0" algn="l">
              <a:spcBef>
                <a:spcPts val="0"/>
              </a:spcBef>
              <a:spcAft>
                <a:spcPts val="0"/>
              </a:spcAft>
              <a:buSzPts val="990"/>
              <a:buNone/>
            </a:pPr>
            <a:r>
              <a:t/>
            </a:r>
            <a:endParaRPr sz="1240"/>
          </a:p>
          <a:p>
            <a:pPr indent="-307340" lvl="0" marL="457200" rtl="0" algn="l">
              <a:spcBef>
                <a:spcPts val="0"/>
              </a:spcBef>
              <a:spcAft>
                <a:spcPts val="0"/>
              </a:spcAft>
              <a:buSzPts val="1240"/>
              <a:buChar char="●"/>
            </a:pPr>
            <a:r>
              <a:rPr lang="en" sz="1240"/>
              <a:t>Core concept: diversification and market-matching</a:t>
            </a:r>
            <a:endParaRPr sz="1240"/>
          </a:p>
          <a:p>
            <a:pPr indent="-307340" lvl="0" marL="457200" rtl="0" algn="l">
              <a:spcBef>
                <a:spcPts val="0"/>
              </a:spcBef>
              <a:spcAft>
                <a:spcPts val="0"/>
              </a:spcAft>
              <a:buSzPts val="1240"/>
              <a:buChar char="●"/>
            </a:pPr>
            <a:r>
              <a:rPr lang="en" sz="1240"/>
              <a:t>Massive Footprint Today:</a:t>
            </a:r>
            <a:endParaRPr sz="1240"/>
          </a:p>
          <a:p>
            <a:pPr indent="-307340" lvl="1" marL="914400" rtl="0" algn="l">
              <a:spcBef>
                <a:spcPts val="0"/>
              </a:spcBef>
              <a:spcAft>
                <a:spcPts val="0"/>
              </a:spcAft>
              <a:buSzPts val="1240"/>
              <a:buChar char="○"/>
            </a:pPr>
            <a:r>
              <a:rPr lang="en" sz="1240"/>
              <a:t>~⅓ of entire U.S. Market (J.P. Morgan, 2024)</a:t>
            </a:r>
            <a:endParaRPr sz="1240"/>
          </a:p>
          <a:p>
            <a:pPr indent="-307340" lvl="1" marL="914400" rtl="0" algn="l">
              <a:spcBef>
                <a:spcPts val="0"/>
              </a:spcBef>
              <a:spcAft>
                <a:spcPts val="0"/>
              </a:spcAft>
              <a:buSzPts val="1240"/>
              <a:buChar char="○"/>
            </a:pPr>
            <a:r>
              <a:rPr lang="en" sz="1240"/>
              <a:t>Vast majority of retirement accounts </a:t>
            </a:r>
            <a:endParaRPr sz="1240"/>
          </a:p>
          <a:p>
            <a:pPr indent="0" lvl="0" marL="0" rtl="0" algn="l">
              <a:spcBef>
                <a:spcPts val="0"/>
              </a:spcBef>
              <a:spcAft>
                <a:spcPts val="0"/>
              </a:spcAft>
              <a:buSzPts val="990"/>
              <a:buNone/>
            </a:pPr>
            <a:r>
              <a:t/>
            </a:r>
            <a:endParaRPr sz="1240"/>
          </a:p>
          <a:p>
            <a:pPr indent="-307340" lvl="0" marL="457200" rtl="0" algn="l">
              <a:spcBef>
                <a:spcPts val="0"/>
              </a:spcBef>
              <a:spcAft>
                <a:spcPts val="0"/>
              </a:spcAft>
              <a:buSzPts val="1240"/>
              <a:buChar char="●"/>
            </a:pPr>
            <a:r>
              <a:rPr lang="en" sz="1240"/>
              <a:t>Central Question: </a:t>
            </a:r>
            <a:endParaRPr sz="1240"/>
          </a:p>
          <a:p>
            <a:pPr indent="-307340" lvl="1" marL="914400" rtl="0" algn="l">
              <a:spcBef>
                <a:spcPts val="0"/>
              </a:spcBef>
              <a:spcAft>
                <a:spcPts val="0"/>
              </a:spcAft>
              <a:buSzPts val="1240"/>
              <a:buChar char="○"/>
            </a:pPr>
            <a:r>
              <a:rPr lang="en" sz="1240"/>
              <a:t>What are the implications of the shift to passive investing? </a:t>
            </a:r>
            <a:endParaRPr sz="1240"/>
          </a:p>
        </p:txBody>
      </p:sp>
      <p:pic>
        <p:nvPicPr>
          <p:cNvPr descr="What Is The S&amp;P 500? Full Explanation and Tutorials" id="521" name="Google Shape;521;p54"/>
          <p:cNvPicPr preferRelativeResize="0"/>
          <p:nvPr/>
        </p:nvPicPr>
        <p:blipFill>
          <a:blip r:embed="rId3">
            <a:alphaModFix/>
          </a:blip>
          <a:stretch>
            <a:fillRect/>
          </a:stretch>
        </p:blipFill>
        <p:spPr>
          <a:xfrm>
            <a:off x="5171111" y="1564675"/>
            <a:ext cx="3512970" cy="2014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5"/>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Background &amp; Theory</a:t>
            </a:r>
            <a:endParaRPr/>
          </a:p>
        </p:txBody>
      </p:sp>
      <p:sp>
        <p:nvSpPr>
          <p:cNvPr id="527" name="Google Shape;527;p55"/>
          <p:cNvSpPr/>
          <p:nvPr/>
        </p:nvSpPr>
        <p:spPr>
          <a:xfrm>
            <a:off x="407100" y="1086000"/>
            <a:ext cx="8415600" cy="3276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28" name="Google Shape;528;p55"/>
          <p:cNvSpPr txBox="1"/>
          <p:nvPr>
            <p:ph type="title"/>
          </p:nvPr>
        </p:nvSpPr>
        <p:spPr>
          <a:xfrm>
            <a:off x="407100" y="1086000"/>
            <a:ext cx="4891500" cy="32493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lang="en" sz="1200"/>
              <a:t>Shift in Investor Behavior</a:t>
            </a:r>
            <a:endParaRPr sz="1200"/>
          </a:p>
          <a:p>
            <a:pPr indent="-304800" lvl="1" marL="914400" rtl="0" algn="l">
              <a:spcBef>
                <a:spcPts val="0"/>
              </a:spcBef>
              <a:spcAft>
                <a:spcPts val="0"/>
              </a:spcAft>
              <a:buSzPts val="1200"/>
              <a:buChar char="○"/>
            </a:pPr>
            <a:r>
              <a:rPr lang="en" sz="1200"/>
              <a:t>Passive vehicles consolidating retail investors (Ryan, 2026)</a:t>
            </a:r>
            <a:endParaRPr sz="1200"/>
          </a:p>
          <a:p>
            <a:pPr indent="-304800" lvl="1" marL="914400" rtl="0" algn="l">
              <a:spcBef>
                <a:spcPts val="0"/>
              </a:spcBef>
              <a:spcAft>
                <a:spcPts val="0"/>
              </a:spcAft>
              <a:buSzPts val="1200"/>
              <a:buChar char="○"/>
            </a:pPr>
            <a:r>
              <a:rPr lang="en" sz="1200"/>
              <a:t>90% of active traders underperform passive strategies (Moltke &amp; Sløk, 2024)</a:t>
            </a:r>
            <a:endParaRPr sz="1200"/>
          </a:p>
          <a:p>
            <a:pPr indent="-304800" lvl="1" marL="914400" rtl="0" algn="l">
              <a:spcBef>
                <a:spcPts val="0"/>
              </a:spcBef>
              <a:spcAft>
                <a:spcPts val="0"/>
              </a:spcAft>
              <a:buSzPts val="1200"/>
              <a:buChar char="○"/>
            </a:pPr>
            <a:r>
              <a:rPr lang="en" sz="1200"/>
              <a:t>Evidence of lower liquidity, according to Fed</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Theory: Fama’s Efficient Market Hypothesis</a:t>
            </a:r>
            <a:endParaRPr sz="1200"/>
          </a:p>
          <a:p>
            <a:pPr indent="-304800" lvl="1" marL="914400" rtl="0" algn="l">
              <a:spcBef>
                <a:spcPts val="0"/>
              </a:spcBef>
              <a:spcAft>
                <a:spcPts val="0"/>
              </a:spcAft>
              <a:buSzPts val="1200"/>
              <a:buChar char="○"/>
            </a:pPr>
            <a:r>
              <a:rPr lang="en" sz="1200"/>
              <a:t>Markets efficiently process information</a:t>
            </a:r>
            <a:endParaRPr sz="1200"/>
          </a:p>
          <a:p>
            <a:pPr indent="-304800" lvl="1" marL="914400" rtl="0" algn="l">
              <a:spcBef>
                <a:spcPts val="0"/>
              </a:spcBef>
              <a:spcAft>
                <a:spcPts val="0"/>
              </a:spcAft>
              <a:buSzPts val="1200"/>
              <a:buChar char="○"/>
            </a:pPr>
            <a:r>
              <a:rPr lang="en" sz="1200"/>
              <a:t>Passive investing captures long-term growth</a:t>
            </a:r>
            <a:endParaRPr sz="1200"/>
          </a:p>
          <a:p>
            <a:pPr indent="-304800" lvl="1" marL="914400" rtl="0" algn="l">
              <a:spcBef>
                <a:spcPts val="0"/>
              </a:spcBef>
              <a:spcAft>
                <a:spcPts val="0"/>
              </a:spcAft>
              <a:buSzPts val="1200"/>
              <a:buChar char="○"/>
            </a:pPr>
            <a:r>
              <a:rPr lang="en" sz="1200"/>
              <a:t>Supported by long-term data</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Conclusion: </a:t>
            </a:r>
            <a:endParaRPr sz="1200"/>
          </a:p>
          <a:p>
            <a:pPr indent="-304800" lvl="1" marL="914400" rtl="0" algn="l">
              <a:spcBef>
                <a:spcPts val="0"/>
              </a:spcBef>
              <a:spcAft>
                <a:spcPts val="0"/>
              </a:spcAft>
              <a:buSzPts val="1200"/>
              <a:buChar char="○"/>
            </a:pPr>
            <a:r>
              <a:rPr lang="en" sz="1200"/>
              <a:t>Fama’s theory is the foundation that explains passive investing</a:t>
            </a:r>
            <a:endParaRPr sz="1200"/>
          </a:p>
          <a:p>
            <a:pPr indent="0" lvl="0" marL="0" rtl="0" algn="l">
              <a:spcBef>
                <a:spcPts val="0"/>
              </a:spcBef>
              <a:spcAft>
                <a:spcPts val="0"/>
              </a:spcAft>
              <a:buNone/>
            </a:pPr>
            <a:r>
              <a:t/>
            </a:r>
            <a:endParaRPr sz="1200"/>
          </a:p>
        </p:txBody>
      </p:sp>
      <p:pic>
        <p:nvPicPr>
          <p:cNvPr id="529" name="Google Shape;529;p55" title="Screenshot 2026-05-04 at 2.48.33 PM.png"/>
          <p:cNvPicPr preferRelativeResize="0"/>
          <p:nvPr/>
        </p:nvPicPr>
        <p:blipFill>
          <a:blip r:embed="rId3">
            <a:alphaModFix/>
          </a:blip>
          <a:stretch>
            <a:fillRect/>
          </a:stretch>
        </p:blipFill>
        <p:spPr>
          <a:xfrm>
            <a:off x="5114838" y="1559137"/>
            <a:ext cx="3625523" cy="20252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56"/>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(2005-2023) </a:t>
            </a:r>
            <a:endParaRPr/>
          </a:p>
        </p:txBody>
      </p:sp>
      <p:sp>
        <p:nvSpPr>
          <p:cNvPr id="535" name="Google Shape;535;p56"/>
          <p:cNvSpPr/>
          <p:nvPr/>
        </p:nvSpPr>
        <p:spPr>
          <a:xfrm>
            <a:off x="407100" y="1086000"/>
            <a:ext cx="8415600" cy="32763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36" name="Google Shape;536;p56"/>
          <p:cNvSpPr txBox="1"/>
          <p:nvPr/>
        </p:nvSpPr>
        <p:spPr>
          <a:xfrm>
            <a:off x="923875" y="1208200"/>
            <a:ext cx="4272900" cy="500100"/>
          </a:xfrm>
          <a:prstGeom prst="rect">
            <a:avLst/>
          </a:prstGeom>
          <a:noFill/>
          <a:ln>
            <a:noFill/>
          </a:ln>
        </p:spPr>
        <p:txBody>
          <a:bodyPr anchorCtr="0" anchor="ctr" bIns="91425" lIns="91425" spcFirstLastPara="1" rIns="91425" wrap="square" tIns="91425">
            <a:noAutofit/>
          </a:bodyPr>
          <a:lstStyle/>
          <a:p>
            <a:pPr indent="0" lvl="0" marL="0" rtl="0" algn="l">
              <a:lnSpc>
                <a:spcPct val="200000"/>
              </a:lnSpc>
              <a:spcBef>
                <a:spcPts val="0"/>
              </a:spcBef>
              <a:spcAft>
                <a:spcPts val="0"/>
              </a:spcAft>
              <a:buNone/>
            </a:pPr>
            <a:r>
              <a:rPr b="1" lang="en" sz="1200">
                <a:latin typeface="Times New Roman"/>
                <a:ea typeface="Times New Roman"/>
                <a:cs typeface="Times New Roman"/>
                <a:sym typeface="Times New Roman"/>
              </a:rPr>
              <a:t>Table 1:Estimated U.S. Equity Fund Market Share Transition</a:t>
            </a:r>
            <a:endParaRPr b="1" sz="1200">
              <a:latin typeface="Times New Roman"/>
              <a:ea typeface="Times New Roman"/>
              <a:cs typeface="Times New Roman"/>
              <a:sym typeface="Times New Roman"/>
            </a:endParaRPr>
          </a:p>
        </p:txBody>
      </p:sp>
      <p:graphicFrame>
        <p:nvGraphicFramePr>
          <p:cNvPr id="537" name="Google Shape;537;p56"/>
          <p:cNvGraphicFramePr/>
          <p:nvPr/>
        </p:nvGraphicFramePr>
        <p:xfrm>
          <a:off x="952500" y="1809750"/>
          <a:ext cx="3000000" cy="3000000"/>
        </p:xfrm>
        <a:graphic>
          <a:graphicData uri="http://schemas.openxmlformats.org/drawingml/2006/table">
            <a:tbl>
              <a:tblPr>
                <a:noFill/>
                <a:tableStyleId>{CA23844D-3751-4380-A2C5-D4AB27F217D7}</a:tableStyleId>
              </a:tblPr>
              <a:tblGrid>
                <a:gridCol w="2413000"/>
                <a:gridCol w="2413000"/>
                <a:gridCol w="2413000"/>
              </a:tblGrid>
              <a:tr h="381000">
                <a:tc>
                  <a:txBody>
                    <a:bodyPr/>
                    <a:lstStyle/>
                    <a:p>
                      <a:pPr indent="0" lvl="0" marL="0" rtl="0" algn="l">
                        <a:lnSpc>
                          <a:spcPct val="115000"/>
                        </a:lnSpc>
                        <a:spcBef>
                          <a:spcPts val="0"/>
                        </a:spcBef>
                        <a:spcAft>
                          <a:spcPts val="2400"/>
                        </a:spcAft>
                        <a:buNone/>
                      </a:pPr>
                      <a:r>
                        <a:rPr b="1" lang="en" sz="1200">
                          <a:latin typeface="Times New Roman"/>
                          <a:ea typeface="Times New Roman"/>
                          <a:cs typeface="Times New Roman"/>
                          <a:sym typeface="Times New Roman"/>
                        </a:rPr>
                        <a:t>Year</a:t>
                      </a:r>
                      <a:endParaRPr b="1"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1200">
                          <a:latin typeface="Times New Roman"/>
                          <a:ea typeface="Times New Roman"/>
                          <a:cs typeface="Times New Roman"/>
                          <a:sym typeface="Times New Roman"/>
                        </a:rPr>
                        <a:t>Approximate Passive U.S. Equity Market Share (%)</a:t>
                      </a:r>
                      <a:endParaRPr b="1"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1200">
                          <a:latin typeface="Times New Roman"/>
                          <a:ea typeface="Times New Roman"/>
                          <a:cs typeface="Times New Roman"/>
                          <a:sym typeface="Times New Roman"/>
                        </a:rPr>
                        <a:t>Approximate Active U.S. Equity Market Share (%)</a:t>
                      </a:r>
                      <a:endParaRPr b="1"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2005</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15%</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85%</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2015</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33%</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67%</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2023</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53%</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47%</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57"/>
          <p:cNvSpPr txBox="1"/>
          <p:nvPr>
            <p:ph type="title"/>
          </p:nvPr>
        </p:nvSpPr>
        <p:spPr>
          <a:xfrm>
            <a:off x="292610" y="321775"/>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Analysis </a:t>
            </a:r>
            <a:endParaRPr/>
          </a:p>
        </p:txBody>
      </p:sp>
      <p:sp>
        <p:nvSpPr>
          <p:cNvPr id="543" name="Google Shape;543;p57"/>
          <p:cNvSpPr/>
          <p:nvPr/>
        </p:nvSpPr>
        <p:spPr>
          <a:xfrm>
            <a:off x="364200" y="1086000"/>
            <a:ext cx="8415600" cy="32763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exend"/>
                <a:ea typeface="Lexend"/>
                <a:cs typeface="Lexend"/>
                <a:sym typeface="Lexend"/>
              </a:rPr>
              <a:t> </a:t>
            </a:r>
            <a:endParaRPr>
              <a:latin typeface="Lexend"/>
              <a:ea typeface="Lexend"/>
              <a:cs typeface="Lexend"/>
              <a:sym typeface="Lexend"/>
            </a:endParaRPr>
          </a:p>
        </p:txBody>
      </p:sp>
      <p:cxnSp>
        <p:nvCxnSpPr>
          <p:cNvPr id="544" name="Google Shape;544;p57"/>
          <p:cNvCxnSpPr>
            <a:stCxn id="543" idx="0"/>
          </p:cNvCxnSpPr>
          <p:nvPr/>
        </p:nvCxnSpPr>
        <p:spPr>
          <a:xfrm>
            <a:off x="4572000" y="1086000"/>
            <a:ext cx="0" cy="3276300"/>
          </a:xfrm>
          <a:prstGeom prst="straightConnector1">
            <a:avLst/>
          </a:prstGeom>
          <a:noFill/>
          <a:ln cap="flat" cmpd="sng" w="9525">
            <a:solidFill>
              <a:schemeClr val="dk1"/>
            </a:solidFill>
            <a:prstDash val="solid"/>
            <a:round/>
            <a:headEnd len="med" w="med" type="none"/>
            <a:tailEnd len="med" w="med" type="none"/>
          </a:ln>
        </p:spPr>
      </p:cxnSp>
      <p:sp>
        <p:nvSpPr>
          <p:cNvPr id="545" name="Google Shape;545;p57"/>
          <p:cNvSpPr txBox="1"/>
          <p:nvPr/>
        </p:nvSpPr>
        <p:spPr>
          <a:xfrm>
            <a:off x="1115550" y="1208200"/>
            <a:ext cx="2115900" cy="43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solidFill>
                  <a:schemeClr val="dk1"/>
                </a:solidFill>
                <a:latin typeface="Lexend"/>
                <a:ea typeface="Lexend"/>
                <a:cs typeface="Lexend"/>
                <a:sym typeface="Lexend"/>
              </a:rPr>
              <a:t>Market Theory</a:t>
            </a:r>
            <a:endParaRPr b="1" sz="1700">
              <a:solidFill>
                <a:schemeClr val="dk1"/>
              </a:solidFill>
              <a:latin typeface="Lexend"/>
              <a:ea typeface="Lexend"/>
              <a:cs typeface="Lexend"/>
              <a:sym typeface="Lexend"/>
            </a:endParaRPr>
          </a:p>
        </p:txBody>
      </p:sp>
      <p:sp>
        <p:nvSpPr>
          <p:cNvPr id="546" name="Google Shape;546;p57"/>
          <p:cNvSpPr txBox="1"/>
          <p:nvPr/>
        </p:nvSpPr>
        <p:spPr>
          <a:xfrm>
            <a:off x="5856000" y="1208200"/>
            <a:ext cx="2057400" cy="43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solidFill>
                  <a:schemeClr val="dk1"/>
                </a:solidFill>
                <a:latin typeface="Lexend"/>
                <a:ea typeface="Lexend"/>
                <a:cs typeface="Lexend"/>
                <a:sym typeface="Lexend"/>
              </a:rPr>
              <a:t>Systemic Impact</a:t>
            </a:r>
            <a:endParaRPr b="1" sz="1700">
              <a:solidFill>
                <a:schemeClr val="dk1"/>
              </a:solidFill>
              <a:latin typeface="Lexend"/>
              <a:ea typeface="Lexend"/>
              <a:cs typeface="Lexend"/>
              <a:sym typeface="Lexend"/>
            </a:endParaRPr>
          </a:p>
        </p:txBody>
      </p:sp>
      <p:sp>
        <p:nvSpPr>
          <p:cNvPr id="547" name="Google Shape;547;p57"/>
          <p:cNvSpPr txBox="1"/>
          <p:nvPr/>
        </p:nvSpPr>
        <p:spPr>
          <a:xfrm>
            <a:off x="805050" y="1695900"/>
            <a:ext cx="3269100" cy="2544000"/>
          </a:xfrm>
          <a:prstGeom prst="rect">
            <a:avLst/>
          </a:prstGeom>
          <a:noFill/>
          <a:ln>
            <a:noFill/>
          </a:ln>
        </p:spPr>
        <p:txBody>
          <a:bodyPr anchorCtr="0" anchor="t" bIns="91425" lIns="91425" spcFirstLastPara="1" rIns="91425" wrap="square" tIns="91425">
            <a:noAutofit/>
          </a:bodyPr>
          <a:lstStyle/>
          <a:p>
            <a:pPr indent="-317500" lvl="0" marL="457200" rtl="0" algn="l">
              <a:lnSpc>
                <a:spcPct val="140000"/>
              </a:lnSpc>
              <a:spcBef>
                <a:spcPts val="0"/>
              </a:spcBef>
              <a:spcAft>
                <a:spcPts val="0"/>
              </a:spcAft>
              <a:buSzPts val="1400"/>
              <a:buChar char="-"/>
            </a:pPr>
            <a:r>
              <a:rPr b="1" lang="en">
                <a:latin typeface="Lexend"/>
                <a:ea typeface="Lexend"/>
                <a:cs typeface="Lexend"/>
                <a:sym typeface="Lexend"/>
              </a:rPr>
              <a:t>EMH Erosion:</a:t>
            </a:r>
            <a:r>
              <a:rPr lang="en">
                <a:latin typeface="Lexend"/>
                <a:ea typeface="Lexend"/>
                <a:cs typeface="Lexend"/>
                <a:sym typeface="Lexend"/>
              </a:rPr>
              <a:t> Reduced "rational" price discovery as index-driven buying overrides fundamentals.</a:t>
            </a:r>
            <a:endParaRPr>
              <a:latin typeface="Lexend"/>
              <a:ea typeface="Lexend"/>
              <a:cs typeface="Lexend"/>
              <a:sym typeface="Lexend"/>
            </a:endParaRPr>
          </a:p>
          <a:p>
            <a:pPr indent="-317500" lvl="0" marL="457200" rtl="0" algn="l">
              <a:lnSpc>
                <a:spcPct val="140000"/>
              </a:lnSpc>
              <a:spcBef>
                <a:spcPts val="0"/>
              </a:spcBef>
              <a:spcAft>
                <a:spcPts val="0"/>
              </a:spcAft>
              <a:buSzPts val="1400"/>
              <a:buChar char="-"/>
            </a:pPr>
            <a:r>
              <a:rPr b="1" lang="en">
                <a:latin typeface="Lexend"/>
                <a:ea typeface="Lexend"/>
                <a:cs typeface="Lexend"/>
                <a:sym typeface="Lexend"/>
              </a:rPr>
              <a:t>Indiscriminate Flows:</a:t>
            </a:r>
            <a:r>
              <a:rPr lang="en">
                <a:latin typeface="Lexend"/>
                <a:ea typeface="Lexend"/>
                <a:cs typeface="Lexend"/>
                <a:sym typeface="Lexend"/>
              </a:rPr>
              <a:t> Simultaneous purchase of all index stocks regardless of firm health.</a:t>
            </a:r>
            <a:endParaRPr>
              <a:latin typeface="Lexend"/>
              <a:ea typeface="Lexend"/>
              <a:cs typeface="Lexend"/>
              <a:sym typeface="Lexend"/>
            </a:endParaRPr>
          </a:p>
          <a:p>
            <a:pPr indent="0" lvl="0" marL="0" rtl="0" algn="l">
              <a:spcBef>
                <a:spcPts val="1900"/>
              </a:spcBef>
              <a:spcAft>
                <a:spcPts val="0"/>
              </a:spcAft>
              <a:buNone/>
            </a:pPr>
            <a:r>
              <a:t/>
            </a:r>
            <a:endParaRPr sz="1200">
              <a:solidFill>
                <a:schemeClr val="dk1"/>
              </a:solidFill>
              <a:latin typeface="Lexend"/>
              <a:ea typeface="Lexend"/>
              <a:cs typeface="Lexend"/>
              <a:sym typeface="Lexend"/>
            </a:endParaRPr>
          </a:p>
        </p:txBody>
      </p:sp>
      <p:sp>
        <p:nvSpPr>
          <p:cNvPr id="548" name="Google Shape;548;p57"/>
          <p:cNvSpPr txBox="1"/>
          <p:nvPr/>
        </p:nvSpPr>
        <p:spPr>
          <a:xfrm>
            <a:off x="5250150" y="1695900"/>
            <a:ext cx="3269100" cy="2544000"/>
          </a:xfrm>
          <a:prstGeom prst="rect">
            <a:avLst/>
          </a:prstGeom>
          <a:noFill/>
          <a:ln>
            <a:noFill/>
          </a:ln>
        </p:spPr>
        <p:txBody>
          <a:bodyPr anchorCtr="0" anchor="t" bIns="91425" lIns="91425" spcFirstLastPara="1" rIns="91425" wrap="square" tIns="91425">
            <a:noAutofit/>
          </a:bodyPr>
          <a:lstStyle/>
          <a:p>
            <a:pPr indent="-317500" lvl="0" marL="457200" rtl="0" algn="l">
              <a:lnSpc>
                <a:spcPct val="140000"/>
              </a:lnSpc>
              <a:spcBef>
                <a:spcPts val="0"/>
              </a:spcBef>
              <a:spcAft>
                <a:spcPts val="0"/>
              </a:spcAft>
              <a:buSzPts val="1400"/>
              <a:buChar char="-"/>
            </a:pPr>
            <a:r>
              <a:rPr b="1" lang="en">
                <a:latin typeface="Lexend"/>
                <a:ea typeface="Lexend"/>
                <a:cs typeface="Lexend"/>
                <a:sym typeface="Lexend"/>
              </a:rPr>
              <a:t>Liquidity Risk:</a:t>
            </a:r>
            <a:r>
              <a:rPr lang="en">
                <a:latin typeface="Lexend"/>
                <a:ea typeface="Lexend"/>
                <a:cs typeface="Lexend"/>
                <a:sym typeface="Lexend"/>
              </a:rPr>
              <a:t> Potential for rapid ETF redemptions to trigger index-wide volatility shocks.</a:t>
            </a:r>
            <a:endParaRPr>
              <a:latin typeface="Lexend"/>
              <a:ea typeface="Lexend"/>
              <a:cs typeface="Lexend"/>
              <a:sym typeface="Lexend"/>
            </a:endParaRPr>
          </a:p>
          <a:p>
            <a:pPr indent="-317500" lvl="0" marL="457200" rtl="0" algn="l">
              <a:lnSpc>
                <a:spcPct val="140000"/>
              </a:lnSpc>
              <a:spcBef>
                <a:spcPts val="0"/>
              </a:spcBef>
              <a:spcAft>
                <a:spcPts val="0"/>
              </a:spcAft>
              <a:buSzPts val="1400"/>
              <a:buChar char="-"/>
            </a:pPr>
            <a:r>
              <a:rPr b="1" lang="en">
                <a:latin typeface="Lexend"/>
                <a:ea typeface="Lexend"/>
                <a:cs typeface="Lexend"/>
                <a:sym typeface="Lexend"/>
              </a:rPr>
              <a:t>Governance:</a:t>
            </a:r>
            <a:r>
              <a:rPr lang="en">
                <a:latin typeface="Lexend"/>
                <a:ea typeface="Lexend"/>
                <a:cs typeface="Lexend"/>
                <a:sym typeface="Lexend"/>
              </a:rPr>
              <a:t> Concentration of voting power in the "Big Three" asset management firms.</a:t>
            </a:r>
            <a:endParaRPr b="1">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58"/>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Discussion</a:t>
            </a:r>
            <a:endParaRPr/>
          </a:p>
        </p:txBody>
      </p:sp>
      <p:sp>
        <p:nvSpPr>
          <p:cNvPr id="554" name="Google Shape;554;p58"/>
          <p:cNvSpPr/>
          <p:nvPr/>
        </p:nvSpPr>
        <p:spPr>
          <a:xfrm>
            <a:off x="407100" y="1086000"/>
            <a:ext cx="8415600" cy="32763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exend"/>
              <a:ea typeface="Lexend"/>
              <a:cs typeface="Lexend"/>
              <a:sym typeface="Lexend"/>
            </a:endParaRPr>
          </a:p>
        </p:txBody>
      </p:sp>
      <p:sp>
        <p:nvSpPr>
          <p:cNvPr id="555" name="Google Shape;555;p58"/>
          <p:cNvSpPr txBox="1"/>
          <p:nvPr/>
        </p:nvSpPr>
        <p:spPr>
          <a:xfrm>
            <a:off x="795925" y="1448325"/>
            <a:ext cx="3457800" cy="2635800"/>
          </a:xfrm>
          <a:prstGeom prst="rect">
            <a:avLst/>
          </a:prstGeom>
          <a:noFill/>
          <a:ln>
            <a:noFill/>
          </a:ln>
        </p:spPr>
        <p:txBody>
          <a:bodyPr anchorCtr="0" anchor="t" bIns="91425" lIns="91425" spcFirstLastPara="1" rIns="91425" wrap="square" tIns="91425">
            <a:normAutofit/>
          </a:bodyPr>
          <a:lstStyle/>
          <a:p>
            <a:pPr indent="-317500" lvl="0" marL="457200" rtl="0" algn="l">
              <a:lnSpc>
                <a:spcPct val="200000"/>
              </a:lnSpc>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Benefits for Individual Investor</a:t>
            </a:r>
            <a:endParaRPr>
              <a:solidFill>
                <a:schemeClr val="dk1"/>
              </a:solidFill>
              <a:latin typeface="Lexend"/>
              <a:ea typeface="Lexend"/>
              <a:cs typeface="Lexend"/>
              <a:sym typeface="Lexend"/>
            </a:endParaRPr>
          </a:p>
          <a:p>
            <a:pPr indent="-317500" lvl="1" marL="914400" rtl="0" algn="l">
              <a:lnSpc>
                <a:spcPct val="115000"/>
              </a:lnSpc>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No fees and Out </a:t>
            </a:r>
            <a:r>
              <a:rPr lang="en">
                <a:solidFill>
                  <a:schemeClr val="dk1"/>
                </a:solidFill>
                <a:latin typeface="Lexend"/>
                <a:ea typeface="Lexend"/>
                <a:cs typeface="Lexend"/>
                <a:sym typeface="Lexend"/>
              </a:rPr>
              <a:t>Performance</a:t>
            </a:r>
            <a:endParaRPr>
              <a:solidFill>
                <a:schemeClr val="dk1"/>
              </a:solidFill>
              <a:latin typeface="Lexend"/>
              <a:ea typeface="Lexend"/>
              <a:cs typeface="Lexend"/>
              <a:sym typeface="Lexend"/>
            </a:endParaRPr>
          </a:p>
          <a:p>
            <a:pPr indent="0" lvl="0" marL="457200" rtl="0" algn="l">
              <a:lnSpc>
                <a:spcPct val="200000"/>
              </a:lnSpc>
              <a:spcBef>
                <a:spcPts val="0"/>
              </a:spcBef>
              <a:spcAft>
                <a:spcPts val="0"/>
              </a:spcAft>
              <a:buNone/>
            </a:pPr>
            <a:r>
              <a:t/>
            </a:r>
            <a:endParaRPr>
              <a:solidFill>
                <a:schemeClr val="dk1"/>
              </a:solidFill>
              <a:latin typeface="Lexend"/>
              <a:ea typeface="Lexend"/>
              <a:cs typeface="Lexend"/>
              <a:sym typeface="Lexend"/>
            </a:endParaRPr>
          </a:p>
          <a:p>
            <a:pPr indent="-317500" lvl="0" marL="457200" rtl="0" algn="l">
              <a:lnSpc>
                <a:spcPct val="200000"/>
              </a:lnSpc>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Systematic </a:t>
            </a:r>
            <a:r>
              <a:rPr lang="en">
                <a:solidFill>
                  <a:schemeClr val="dk1"/>
                </a:solidFill>
                <a:latin typeface="Lexend"/>
                <a:ea typeface="Lexend"/>
                <a:cs typeface="Lexend"/>
                <a:sym typeface="Lexend"/>
              </a:rPr>
              <a:t>Liquidity</a:t>
            </a:r>
            <a:r>
              <a:rPr lang="en">
                <a:solidFill>
                  <a:schemeClr val="dk1"/>
                </a:solidFill>
                <a:latin typeface="Lexend"/>
                <a:ea typeface="Lexend"/>
                <a:cs typeface="Lexend"/>
                <a:sym typeface="Lexend"/>
              </a:rPr>
              <a:t> Risks</a:t>
            </a:r>
            <a:endParaRPr>
              <a:solidFill>
                <a:schemeClr val="dk1"/>
              </a:solidFill>
              <a:latin typeface="Lexend"/>
              <a:ea typeface="Lexend"/>
              <a:cs typeface="Lexend"/>
              <a:sym typeface="Lexend"/>
            </a:endParaRPr>
          </a:p>
          <a:p>
            <a:pPr indent="-317500" lvl="1" marL="914400" rtl="0" algn="l">
              <a:lnSpc>
                <a:spcPct val="200000"/>
              </a:lnSpc>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Cascading Selling and </a:t>
            </a:r>
            <a:r>
              <a:rPr lang="en">
                <a:solidFill>
                  <a:schemeClr val="dk1"/>
                </a:solidFill>
                <a:latin typeface="Lexend"/>
                <a:ea typeface="Lexend"/>
                <a:cs typeface="Lexend"/>
                <a:sym typeface="Lexend"/>
              </a:rPr>
              <a:t>destabilization</a:t>
            </a:r>
            <a:r>
              <a:rPr lang="en">
                <a:solidFill>
                  <a:schemeClr val="dk1"/>
                </a:solidFill>
                <a:latin typeface="Lexend"/>
                <a:ea typeface="Lexend"/>
                <a:cs typeface="Lexend"/>
                <a:sym typeface="Lexend"/>
              </a:rPr>
              <a:t>  </a:t>
            </a:r>
            <a:endParaRPr>
              <a:solidFill>
                <a:schemeClr val="dk1"/>
              </a:solidFill>
              <a:latin typeface="Lexend"/>
              <a:ea typeface="Lexend"/>
              <a:cs typeface="Lexend"/>
              <a:sym typeface="Lexend"/>
            </a:endParaRPr>
          </a:p>
        </p:txBody>
      </p:sp>
      <p:sp>
        <p:nvSpPr>
          <p:cNvPr id="556" name="Google Shape;556;p58"/>
          <p:cNvSpPr txBox="1"/>
          <p:nvPr/>
        </p:nvSpPr>
        <p:spPr>
          <a:xfrm>
            <a:off x="4658125" y="1448325"/>
            <a:ext cx="3653400" cy="2635800"/>
          </a:xfrm>
          <a:prstGeom prst="rect">
            <a:avLst/>
          </a:prstGeom>
          <a:noFill/>
          <a:ln>
            <a:noFill/>
          </a:ln>
        </p:spPr>
        <p:txBody>
          <a:bodyPr anchorCtr="0" anchor="t" bIns="91425" lIns="91425" spcFirstLastPara="1" rIns="91425" wrap="square" tIns="91425">
            <a:normAutofit lnSpcReduction="10000"/>
          </a:bodyPr>
          <a:lstStyle/>
          <a:p>
            <a:pPr indent="-317500" lvl="0" marL="457200" rtl="0" algn="l">
              <a:lnSpc>
                <a:spcPct val="200000"/>
              </a:lnSpc>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Compromised Price Discovery</a:t>
            </a:r>
            <a:endParaRPr>
              <a:solidFill>
                <a:schemeClr val="dk1"/>
              </a:solidFill>
              <a:latin typeface="Lexend"/>
              <a:ea typeface="Lexend"/>
              <a:cs typeface="Lexend"/>
              <a:sym typeface="Lexend"/>
            </a:endParaRPr>
          </a:p>
          <a:p>
            <a:pPr indent="-317500" lvl="1" marL="914400" rtl="0" algn="l">
              <a:lnSpc>
                <a:spcPct val="115000"/>
              </a:lnSpc>
              <a:spcBef>
                <a:spcPts val="1000"/>
              </a:spcBef>
              <a:spcAft>
                <a:spcPts val="0"/>
              </a:spcAft>
              <a:buClr>
                <a:schemeClr val="dk1"/>
              </a:buClr>
              <a:buSzPts val="1400"/>
              <a:buFont typeface="Lexend"/>
              <a:buChar char="○"/>
            </a:pPr>
            <a:r>
              <a:rPr lang="en">
                <a:solidFill>
                  <a:schemeClr val="dk1"/>
                </a:solidFill>
                <a:latin typeface="Lexend"/>
                <a:ea typeface="Lexend"/>
                <a:cs typeface="Lexend"/>
                <a:sym typeface="Lexend"/>
              </a:rPr>
              <a:t>Inaccurate </a:t>
            </a:r>
            <a:r>
              <a:rPr lang="en">
                <a:solidFill>
                  <a:schemeClr val="dk1"/>
                </a:solidFill>
                <a:latin typeface="Lexend"/>
                <a:ea typeface="Lexend"/>
                <a:cs typeface="Lexend"/>
                <a:sym typeface="Lexend"/>
              </a:rPr>
              <a:t>Evaluations</a:t>
            </a:r>
            <a:r>
              <a:rPr lang="en">
                <a:solidFill>
                  <a:schemeClr val="dk1"/>
                </a:solidFill>
                <a:latin typeface="Lexend"/>
                <a:ea typeface="Lexend"/>
                <a:cs typeface="Lexend"/>
                <a:sym typeface="Lexend"/>
              </a:rPr>
              <a:t> due to passive </a:t>
            </a:r>
            <a:r>
              <a:rPr lang="en">
                <a:solidFill>
                  <a:schemeClr val="dk1"/>
                </a:solidFill>
                <a:latin typeface="Lexend"/>
                <a:ea typeface="Lexend"/>
                <a:cs typeface="Lexend"/>
                <a:sym typeface="Lexend"/>
              </a:rPr>
              <a:t>products</a:t>
            </a:r>
            <a:r>
              <a:rPr lang="en">
                <a:solidFill>
                  <a:schemeClr val="dk1"/>
                </a:solidFill>
                <a:latin typeface="Lexend"/>
                <a:ea typeface="Lexend"/>
                <a:cs typeface="Lexend"/>
                <a:sym typeface="Lexend"/>
              </a:rPr>
              <a:t> and Less Active Participants</a:t>
            </a:r>
            <a:endParaRPr>
              <a:solidFill>
                <a:schemeClr val="dk1"/>
              </a:solidFill>
              <a:latin typeface="Lexend"/>
              <a:ea typeface="Lexend"/>
              <a:cs typeface="Lexend"/>
              <a:sym typeface="Lexend"/>
            </a:endParaRPr>
          </a:p>
          <a:p>
            <a:pPr indent="-317500" lvl="0" marL="457200" rtl="0" algn="l">
              <a:lnSpc>
                <a:spcPct val="200000"/>
              </a:lnSpc>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Corporate Governance Concerns</a:t>
            </a:r>
            <a:endParaRPr>
              <a:solidFill>
                <a:schemeClr val="dk1"/>
              </a:solidFill>
              <a:latin typeface="Lexend"/>
              <a:ea typeface="Lexend"/>
              <a:cs typeface="Lexend"/>
              <a:sym typeface="Lexend"/>
            </a:endParaRPr>
          </a:p>
          <a:p>
            <a:pPr indent="-317500" lvl="1" marL="914400" rtl="0" algn="l">
              <a:lnSpc>
                <a:spcPct val="200000"/>
              </a:lnSpc>
              <a:spcBef>
                <a:spcPts val="1000"/>
              </a:spcBef>
              <a:spcAft>
                <a:spcPts val="1000"/>
              </a:spcAft>
              <a:buClr>
                <a:schemeClr val="dk1"/>
              </a:buClr>
              <a:buSzPts val="1400"/>
              <a:buFont typeface="Lexend"/>
              <a:buChar char="○"/>
            </a:pPr>
            <a:r>
              <a:rPr lang="en">
                <a:solidFill>
                  <a:schemeClr val="dk1"/>
                </a:solidFill>
                <a:latin typeface="Lexend"/>
                <a:ea typeface="Lexend"/>
                <a:cs typeface="Lexend"/>
                <a:sym typeface="Lexend"/>
              </a:rPr>
              <a:t>Concentration of Voting Rights</a:t>
            </a:r>
            <a:endParaRPr>
              <a:solidFill>
                <a:schemeClr val="dk1"/>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59"/>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562" name="Google Shape;562;p59"/>
          <p:cNvSpPr/>
          <p:nvPr/>
        </p:nvSpPr>
        <p:spPr>
          <a:xfrm>
            <a:off x="407100" y="1086000"/>
            <a:ext cx="8415600" cy="3276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63" name="Google Shape;563;p59"/>
          <p:cNvSpPr txBox="1"/>
          <p:nvPr/>
        </p:nvSpPr>
        <p:spPr>
          <a:xfrm>
            <a:off x="766750" y="1362000"/>
            <a:ext cx="6533100" cy="272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latin typeface="Lexend"/>
                <a:ea typeface="Lexend"/>
                <a:cs typeface="Lexend"/>
                <a:sym typeface="Lexend"/>
              </a:rPr>
              <a:t>Key findings</a:t>
            </a:r>
            <a:endParaRPr b="1" sz="15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Passive investing now dominates U.S. equity markets</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Reduced role of active investors</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Changes in price discovery and market dynamics</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sz="1200">
              <a:solidFill>
                <a:schemeClr val="dk1"/>
              </a:solidFill>
              <a:latin typeface="Lexend"/>
              <a:ea typeface="Lexend"/>
              <a:cs typeface="Lexend"/>
              <a:sym typeface="Lexend"/>
            </a:endParaRPr>
          </a:p>
          <a:p>
            <a:pPr indent="0" lvl="0" marL="0" rtl="0" algn="l">
              <a:spcBef>
                <a:spcPts val="0"/>
              </a:spcBef>
              <a:spcAft>
                <a:spcPts val="0"/>
              </a:spcAft>
              <a:buNone/>
            </a:pPr>
            <a:r>
              <a:rPr b="1" lang="en" sz="1500">
                <a:solidFill>
                  <a:schemeClr val="dk1"/>
                </a:solidFill>
                <a:latin typeface="Lexend"/>
                <a:ea typeface="Lexend"/>
                <a:cs typeface="Lexend"/>
                <a:sym typeface="Lexend"/>
              </a:rPr>
              <a:t>Main Argument</a:t>
            </a:r>
            <a:endParaRPr b="1" sz="15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Passive investing benefits individual investors (low cost, diversification)</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May weaken market efficiency and increase systemic risk</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sz="1200">
              <a:solidFill>
                <a:schemeClr val="dk1"/>
              </a:solidFill>
              <a:latin typeface="Lexend"/>
              <a:ea typeface="Lexend"/>
              <a:cs typeface="Lexend"/>
              <a:sym typeface="Lexend"/>
            </a:endParaRPr>
          </a:p>
          <a:p>
            <a:pPr indent="0" lvl="0" marL="0" rtl="0" algn="l">
              <a:spcBef>
                <a:spcPts val="0"/>
              </a:spcBef>
              <a:spcAft>
                <a:spcPts val="0"/>
              </a:spcAft>
              <a:buNone/>
            </a:pPr>
            <a:r>
              <a:rPr b="1" lang="en" sz="1500">
                <a:solidFill>
                  <a:schemeClr val="dk1"/>
                </a:solidFill>
                <a:latin typeface="Lexend"/>
                <a:ea typeface="Lexend"/>
                <a:cs typeface="Lexend"/>
                <a:sym typeface="Lexend"/>
              </a:rPr>
              <a:t>Implications</a:t>
            </a:r>
            <a:endParaRPr b="1" sz="15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Need balance between active and passive investing</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Potential risks: volatility, liquidity, ownership concentration</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Regulators should strengthen market resilience</a:t>
            </a:r>
            <a:endParaRPr sz="1200">
              <a:solidFill>
                <a:schemeClr val="dk1"/>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60"/>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References</a:t>
            </a:r>
            <a:endParaRPr/>
          </a:p>
        </p:txBody>
      </p:sp>
      <p:sp>
        <p:nvSpPr>
          <p:cNvPr id="569" name="Google Shape;569;p60"/>
          <p:cNvSpPr/>
          <p:nvPr/>
        </p:nvSpPr>
        <p:spPr>
          <a:xfrm>
            <a:off x="407100" y="1086000"/>
            <a:ext cx="8488500" cy="3939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70" name="Google Shape;570;p60"/>
          <p:cNvSpPr txBox="1"/>
          <p:nvPr/>
        </p:nvSpPr>
        <p:spPr>
          <a:xfrm>
            <a:off x="643300" y="1086000"/>
            <a:ext cx="8252400" cy="3894300"/>
          </a:xfrm>
          <a:prstGeom prst="rect">
            <a:avLst/>
          </a:prstGeom>
          <a:noFill/>
          <a:ln>
            <a:noFill/>
          </a:ln>
        </p:spPr>
        <p:txBody>
          <a:bodyPr anchorCtr="0" anchor="t" bIns="91425" lIns="91425" spcFirstLastPara="1" rIns="91425" wrap="square" tIns="91425">
            <a:noAutofit/>
          </a:bodyPr>
          <a:lstStyle/>
          <a:p>
            <a:pPr indent="-457200" lvl="0" marL="457200" rtl="0" algn="l">
              <a:lnSpc>
                <a:spcPct val="200000"/>
              </a:lnSpc>
              <a:spcBef>
                <a:spcPts val="0"/>
              </a:spcBef>
              <a:spcAft>
                <a:spcPts val="0"/>
              </a:spcAft>
              <a:buNone/>
            </a:pPr>
            <a:r>
              <a:rPr lang="en" sz="800">
                <a:latin typeface="Times New Roman"/>
                <a:ea typeface="Times New Roman"/>
                <a:cs typeface="Times New Roman"/>
                <a:sym typeface="Times New Roman"/>
              </a:rPr>
              <a:t>Chen, J. (n.d.). </a:t>
            </a:r>
            <a:r>
              <a:rPr i="1" lang="en" sz="800">
                <a:latin typeface="Times New Roman"/>
                <a:ea typeface="Times New Roman"/>
                <a:cs typeface="Times New Roman"/>
                <a:sym typeface="Times New Roman"/>
              </a:rPr>
              <a:t>Passive Investing: Definition, Pros and Cons, vs. Active Investing</a:t>
            </a:r>
            <a:r>
              <a:rPr lang="en" sz="800">
                <a:latin typeface="Times New Roman"/>
                <a:ea typeface="Times New Roman"/>
                <a:cs typeface="Times New Roman"/>
                <a:sym typeface="Times New Roman"/>
              </a:rPr>
              <a:t>. Investopedia. Retrieved April 21, 2026, from https://www.investopedia.com/terms/p/passiveinvesting.asp</a:t>
            </a:r>
            <a:endParaRPr sz="8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800">
                <a:latin typeface="Times New Roman"/>
                <a:ea typeface="Times New Roman"/>
                <a:cs typeface="Times New Roman"/>
                <a:sym typeface="Times New Roman"/>
              </a:rPr>
              <a:t>J.P. Morgan. (2024, October 22). </a:t>
            </a:r>
            <a:r>
              <a:rPr i="1" lang="en" sz="800">
                <a:latin typeface="Times New Roman"/>
                <a:ea typeface="Times New Roman"/>
                <a:cs typeface="Times New Roman"/>
                <a:sym typeface="Times New Roman"/>
              </a:rPr>
              <a:t>ETF Market Guide: Trends and Themes to Watch</a:t>
            </a:r>
            <a:r>
              <a:rPr lang="en" sz="800">
                <a:latin typeface="Times New Roman"/>
                <a:ea typeface="Times New Roman"/>
                <a:cs typeface="Times New Roman"/>
                <a:sym typeface="Times New Roman"/>
              </a:rPr>
              <a:t>. J.P. Morgan. Retrieved April 21, 2026, from https://www.jpmorgan.com/insights/global-research/investing/etf-guide</a:t>
            </a:r>
            <a:endParaRPr sz="8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800">
                <a:latin typeface="Times New Roman"/>
                <a:ea typeface="Times New Roman"/>
                <a:cs typeface="Times New Roman"/>
                <a:sym typeface="Times New Roman"/>
              </a:rPr>
              <a:t>Logue, A. C. (n.d.). </a:t>
            </a:r>
            <a:r>
              <a:rPr i="1" lang="en" sz="800">
                <a:latin typeface="Times New Roman"/>
                <a:ea typeface="Times New Roman"/>
                <a:cs typeface="Times New Roman"/>
                <a:sym typeface="Times New Roman"/>
              </a:rPr>
              <a:t>Are markets efficient? How Eugene Fama kicked off a controversy</a:t>
            </a:r>
            <a:r>
              <a:rPr lang="en" sz="800">
                <a:latin typeface="Times New Roman"/>
                <a:ea typeface="Times New Roman"/>
                <a:cs typeface="Times New Roman"/>
                <a:sym typeface="Times New Roman"/>
              </a:rPr>
              <a:t>. Encyclopedia Britannica. Retrieved April 21, 2026, from Are markets efficient? How Eugene Fama kicked off a controversy</a:t>
            </a:r>
            <a:endParaRPr sz="8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800">
                <a:latin typeface="Times New Roman"/>
                <a:ea typeface="Times New Roman"/>
                <a:cs typeface="Times New Roman"/>
                <a:sym typeface="Times New Roman"/>
              </a:rPr>
              <a:t>Moltke, F. V., &amp; Sløk, T. (2024, November 4). </a:t>
            </a:r>
            <a:r>
              <a:rPr i="1" lang="en" sz="800">
                <a:latin typeface="Times New Roman"/>
                <a:ea typeface="Times New Roman"/>
                <a:cs typeface="Times New Roman"/>
                <a:sym typeface="Times New Roman"/>
              </a:rPr>
              <a:t>Assessing the Impact of Passive Investing over Time: Higher Volatility, Reduced Liquidity, and Increased Concentration</a:t>
            </a:r>
            <a:r>
              <a:rPr lang="en" sz="800">
                <a:latin typeface="Times New Roman"/>
                <a:ea typeface="Times New Roman"/>
                <a:cs typeface="Times New Roman"/>
                <a:sym typeface="Times New Roman"/>
              </a:rPr>
              <a:t>.</a:t>
            </a:r>
            <a:endParaRPr sz="8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800">
                <a:latin typeface="Times New Roman"/>
                <a:ea typeface="Times New Roman"/>
                <a:cs typeface="Times New Roman"/>
                <a:sym typeface="Times New Roman"/>
              </a:rPr>
              <a:t>Ryan, E. (2026, January 23). </a:t>
            </a:r>
            <a:r>
              <a:rPr i="1" lang="en" sz="800">
                <a:latin typeface="Times New Roman"/>
                <a:ea typeface="Times New Roman"/>
                <a:cs typeface="Times New Roman"/>
                <a:sym typeface="Times New Roman"/>
              </a:rPr>
              <a:t>Closing time: How passive investing is reshaping equity market microstructure</a:t>
            </a:r>
            <a:r>
              <a:rPr lang="en" sz="800">
                <a:latin typeface="Times New Roman"/>
                <a:ea typeface="Times New Roman"/>
                <a:cs typeface="Times New Roman"/>
                <a:sym typeface="Times New Roman"/>
              </a:rPr>
              <a:t>. State Street Global Advisors. Retrieved April 21, 2026, from https://www.ssga.com/us/en/institutional/insights/how-passive-investing-reshaping-microstructure</a:t>
            </a:r>
            <a:endParaRPr b="1" sz="800" u="sng">
              <a:latin typeface="Times New Roman"/>
              <a:ea typeface="Times New Roman"/>
              <a:cs typeface="Times New Roman"/>
              <a:sym typeface="Times New Roman"/>
            </a:endParaRPr>
          </a:p>
          <a:p>
            <a:pPr indent="-457200" lvl="0" marL="457200" marR="384048" rtl="0" algn="l">
              <a:lnSpc>
                <a:spcPct val="200000"/>
              </a:lnSpc>
              <a:spcBef>
                <a:spcPts val="1200"/>
              </a:spcBef>
              <a:spcAft>
                <a:spcPts val="0"/>
              </a:spcAft>
              <a:buNone/>
            </a:pPr>
            <a:r>
              <a:rPr lang="en" sz="800">
                <a:latin typeface="Times New Roman"/>
                <a:ea typeface="Times New Roman"/>
                <a:cs typeface="Times New Roman"/>
                <a:sym typeface="Times New Roman"/>
              </a:rPr>
              <a:t>Anadu, K., Kruttli, M., McCabe, P., &amp; Osambela, E. 2018. </a:t>
            </a:r>
            <a:r>
              <a:rPr i="1" lang="en" sz="800">
                <a:latin typeface="Times New Roman"/>
                <a:ea typeface="Times New Roman"/>
                <a:cs typeface="Times New Roman"/>
                <a:sym typeface="Times New Roman"/>
              </a:rPr>
              <a:t>The shift from active to passive investing: Potential risks to financial stability?</a:t>
            </a:r>
            <a:r>
              <a:rPr lang="en" sz="800">
                <a:latin typeface="Times New Roman"/>
                <a:ea typeface="Times New Roman"/>
                <a:cs typeface="Times New Roman"/>
                <a:sym typeface="Times New Roman"/>
              </a:rPr>
              <a:t> Finance and Economics Discussion Series 2018-060. Board of Governors of the Federal Reserve System.</a:t>
            </a:r>
            <a:endParaRPr sz="800">
              <a:latin typeface="Times New Roman"/>
              <a:ea typeface="Times New Roman"/>
              <a:cs typeface="Times New Roman"/>
              <a:sym typeface="Times New Roman"/>
            </a:endParaRPr>
          </a:p>
          <a:p>
            <a:pPr indent="-457200" lvl="0" marL="457200" marR="384048" rtl="0" algn="l">
              <a:lnSpc>
                <a:spcPct val="200000"/>
              </a:lnSpc>
              <a:spcBef>
                <a:spcPts val="1200"/>
              </a:spcBef>
              <a:spcAft>
                <a:spcPts val="0"/>
              </a:spcAft>
              <a:buNone/>
            </a:pPr>
            <a:r>
              <a:rPr lang="en" sz="800">
                <a:latin typeface="Times New Roman"/>
                <a:ea typeface="Times New Roman"/>
                <a:cs typeface="Times New Roman"/>
                <a:sym typeface="Times New Roman"/>
              </a:rPr>
              <a:t>Board of Governors of the Federal Reserve System. 2018. </a:t>
            </a:r>
            <a:r>
              <a:rPr i="1" lang="en" sz="800">
                <a:latin typeface="Times New Roman"/>
                <a:ea typeface="Times New Roman"/>
                <a:cs typeface="Times New Roman"/>
                <a:sym typeface="Times New Roman"/>
              </a:rPr>
              <a:t>Finance and economics discussion series (FEDS) 2018-060</a:t>
            </a:r>
            <a:r>
              <a:rPr lang="en" sz="800">
                <a:latin typeface="Times New Roman"/>
                <a:ea typeface="Times New Roman"/>
                <a:cs typeface="Times New Roman"/>
                <a:sym typeface="Times New Roman"/>
              </a:rPr>
              <a:t>. https://www.federalreserve.gov/econres/feds/files/2018060r1pap.pdf</a:t>
            </a:r>
            <a:endParaRPr sz="800">
              <a:latin typeface="Times New Roman"/>
              <a:ea typeface="Times New Roman"/>
              <a:cs typeface="Times New Roman"/>
              <a:sym typeface="Times New Roman"/>
            </a:endParaRPr>
          </a:p>
          <a:p>
            <a:pPr indent="-457200" lvl="0" marL="457200" marR="384048" rtl="0" algn="l">
              <a:lnSpc>
                <a:spcPct val="200000"/>
              </a:lnSpc>
              <a:spcBef>
                <a:spcPts val="1200"/>
              </a:spcBef>
              <a:spcAft>
                <a:spcPts val="0"/>
              </a:spcAft>
              <a:buNone/>
            </a:pPr>
            <a:r>
              <a:rPr lang="en" sz="800">
                <a:latin typeface="Times New Roman"/>
                <a:ea typeface="Times New Roman"/>
                <a:cs typeface="Times New Roman"/>
                <a:sym typeface="Times New Roman"/>
              </a:rPr>
              <a:t>Morningstar. </a:t>
            </a:r>
            <a:r>
              <a:rPr i="1" lang="en" sz="800">
                <a:latin typeface="Times New Roman"/>
                <a:ea typeface="Times New Roman"/>
                <a:cs typeface="Times New Roman"/>
                <a:sym typeface="Times New Roman"/>
              </a:rPr>
              <a:t>Active vs. passive investing</a:t>
            </a:r>
            <a:r>
              <a:rPr lang="en" sz="800">
                <a:latin typeface="Times New Roman"/>
                <a:ea typeface="Times New Roman"/>
                <a:cs typeface="Times New Roman"/>
                <a:sym typeface="Times New Roman"/>
              </a:rPr>
              <a:t>. https://www.morningstar.com/business/insights/blog/active-vs-passive-investing</a:t>
            </a:r>
            <a:endParaRPr sz="800">
              <a:latin typeface="Times New Roman"/>
              <a:ea typeface="Times New Roman"/>
              <a:cs typeface="Times New Roman"/>
              <a:sym typeface="Times New Roman"/>
            </a:endParaRPr>
          </a:p>
          <a:p>
            <a:pPr indent="-457200" lvl="0" marL="457200" marR="384048" rtl="0" algn="l">
              <a:lnSpc>
                <a:spcPct val="200000"/>
              </a:lnSpc>
              <a:spcBef>
                <a:spcPts val="1200"/>
              </a:spcBef>
              <a:spcAft>
                <a:spcPts val="0"/>
              </a:spcAft>
              <a:buNone/>
            </a:pPr>
            <a:r>
              <a:rPr lang="en" sz="800">
                <a:latin typeface="Times New Roman"/>
                <a:ea typeface="Times New Roman"/>
                <a:cs typeface="Times New Roman"/>
                <a:sym typeface="Times New Roman"/>
              </a:rPr>
              <a:t>Sushko, V., &amp; Turner, G. 2018. </a:t>
            </a:r>
            <a:r>
              <a:rPr i="1" lang="en" sz="800">
                <a:latin typeface="Times New Roman"/>
                <a:ea typeface="Times New Roman"/>
                <a:cs typeface="Times New Roman"/>
                <a:sym typeface="Times New Roman"/>
              </a:rPr>
              <a:t>The implications of passive investing for securities markets</a:t>
            </a:r>
            <a:r>
              <a:rPr lang="en" sz="800">
                <a:latin typeface="Times New Roman"/>
                <a:ea typeface="Times New Roman"/>
                <a:cs typeface="Times New Roman"/>
                <a:sym typeface="Times New Roman"/>
              </a:rPr>
              <a:t>. Bank for International Settlements. https://www.bis.org/publ/qtrpdf/r_qt1803j.htm</a:t>
            </a:r>
            <a:endParaRPr sz="800">
              <a:latin typeface="Times New Roman"/>
              <a:ea typeface="Times New Roman"/>
              <a:cs typeface="Times New Roman"/>
              <a:sym typeface="Times New Roman"/>
            </a:endParaRPr>
          </a:p>
          <a:p>
            <a:pPr indent="0" lvl="0" marL="0" rtl="0" algn="l">
              <a:spcBef>
                <a:spcPts val="1200"/>
              </a:spcBef>
              <a:spcAft>
                <a:spcPts val="0"/>
              </a:spcAft>
              <a:buNone/>
            </a:pPr>
            <a:r>
              <a:t/>
            </a:r>
            <a:endParaRPr sz="600">
              <a:solidFill>
                <a:schemeClr val="dk1"/>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ptions Proposal">
  <a:themeElements>
    <a:clrScheme name="Simple Light">
      <a:dk1>
        <a:srgbClr val="1D1D1D"/>
      </a:dk1>
      <a:lt1>
        <a:srgbClr val="FFFFF0"/>
      </a:lt1>
      <a:dk2>
        <a:srgbClr val="51BD85"/>
      </a:dk2>
      <a:lt2>
        <a:srgbClr val="FF6652"/>
      </a:lt2>
      <a:accent1>
        <a:srgbClr val="FFE534"/>
      </a:accent1>
      <a:accent2>
        <a:srgbClr val="FFBBDC"/>
      </a:accent2>
      <a:accent3>
        <a:srgbClr val="6AD2E6"/>
      </a:accent3>
      <a:accent4>
        <a:srgbClr val="DBC89F"/>
      </a:accent4>
      <a:accent5>
        <a:srgbClr val="D8E4D6"/>
      </a:accent5>
      <a:accent6>
        <a:srgbClr val="FFFFFF"/>
      </a:accent6>
      <a:hlink>
        <a:srgbClr val="6AD2E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